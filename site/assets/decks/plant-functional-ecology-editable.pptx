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upper_wave" descr="01_upper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21913"/>
          </a:xfrm>
          <a:prstGeom prst="rect">
            <a:avLst/>
          </a:prstGeom>
        </p:spPr>
      </p:pic>
      <p:pic>
        <p:nvPicPr>
          <p:cNvPr id="3" name="hero_plants" descr="01_hero_pl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1913"/>
            <a:ext cx="12192000" cy="3317799"/>
          </a:xfrm>
          <a:prstGeom prst="rect">
            <a:avLst/>
          </a:prstGeom>
        </p:spPr>
      </p:pic>
      <p:pic>
        <p:nvPicPr>
          <p:cNvPr id="4" name="root_texture" descr="01_root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39712"/>
            <a:ext cx="12192000" cy="2121933"/>
          </a:xfrm>
          <a:prstGeom prst="rect">
            <a:avLst/>
          </a:prstGeom>
        </p:spPr>
      </p:pic>
      <p:sp>
        <p:nvSpPr>
          <p:cNvPr id="5" name="source_text_01_000"/>
          <p:cNvSpPr txBox="1"/>
          <p:nvPr/>
        </p:nvSpPr>
        <p:spPr>
          <a:xfrm>
            <a:off x="1472956" y="1806728"/>
            <a:ext cx="9435674" cy="9832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植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物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生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态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6451" b="0" spc="188">
                <a:solidFill>
                  <a:srgbClr val="FFFFFF"/>
                </a:solidFill>
                <a:latin typeface="Microsoft YaHei"/>
                <a:ea typeface="Microsoft YaHei"/>
              </a:rPr>
              <a:t>统</a:t>
            </a:r>
          </a:p>
        </p:txBody>
      </p:sp>
      <p:sp>
        <p:nvSpPr>
          <p:cNvPr id="6" name="source_text_01_001"/>
          <p:cNvSpPr txBox="1"/>
          <p:nvPr/>
        </p:nvSpPr>
        <p:spPr>
          <a:xfrm>
            <a:off x="2697990" y="2894573"/>
            <a:ext cx="6971023" cy="633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叶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经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济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谱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到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全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球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变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化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响</a:t>
            </a:r>
            <a:r>
              <a:rPr sz="4159" b="0" spc="335">
                <a:solidFill>
                  <a:srgbClr val="FFFFFF"/>
                </a:solidFill>
                <a:latin typeface="Microsoft YaHei"/>
                <a:ea typeface="Microsoft YaHei"/>
              </a:rPr>
              <a:t>应</a:t>
            </a:r>
          </a:p>
        </p:txBody>
      </p:sp>
      <p:sp>
        <p:nvSpPr>
          <p:cNvPr id="7" name="source_text_01_002"/>
          <p:cNvSpPr txBox="1"/>
          <p:nvPr/>
        </p:nvSpPr>
        <p:spPr>
          <a:xfrm>
            <a:off x="4994928" y="4227027"/>
            <a:ext cx="2442775" cy="3067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汇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报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川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柏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同</a:t>
            </a:r>
            <a:r>
              <a:rPr sz="2012" b="0" spc="201">
                <a:solidFill>
                  <a:srgbClr val="FFFFFF"/>
                </a:solidFill>
                <a:latin typeface="Microsoft YaHei"/>
                <a:ea typeface="Microsoft YaHei"/>
              </a:rPr>
              <a:t>学</a:t>
            </a:r>
          </a:p>
        </p:txBody>
      </p:sp>
      <p:sp>
        <p:nvSpPr>
          <p:cNvPr id="8" name="source_text_01_003"/>
          <p:cNvSpPr txBox="1"/>
          <p:nvPr/>
        </p:nvSpPr>
        <p:spPr>
          <a:xfrm>
            <a:off x="4499081" y="4912187"/>
            <a:ext cx="3325090" cy="357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植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物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功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能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生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态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文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献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调</a:t>
            </a:r>
            <a:r>
              <a:rPr sz="2343" b="1" spc="149">
                <a:solidFill>
                  <a:srgbClr val="0D0D0D"/>
                </a:solidFill>
                <a:latin typeface="Microsoft YaHei"/>
                <a:ea typeface="Microsoft YaHei"/>
              </a:rPr>
              <a:t>研</a:t>
            </a:r>
          </a:p>
        </p:txBody>
      </p:sp>
      <p:sp>
        <p:nvSpPr>
          <p:cNvPr id="9" name="source_text_01_004"/>
          <p:cNvSpPr txBox="1"/>
          <p:nvPr/>
        </p:nvSpPr>
        <p:spPr>
          <a:xfrm>
            <a:off x="4345952" y="5390177"/>
            <a:ext cx="3645933" cy="330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从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性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状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机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制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到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生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态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系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统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预</a:t>
            </a:r>
            <a:r>
              <a:rPr sz="2167" b="0" spc="105">
                <a:solidFill>
                  <a:srgbClr val="242424"/>
                </a:solidFill>
                <a:latin typeface="Microsoft YaHei"/>
                <a:ea typeface="Microsoft YaHei"/>
              </a:rPr>
              <a:t>测</a:t>
            </a:r>
          </a:p>
        </p:txBody>
      </p:sp>
      <p:sp>
        <p:nvSpPr>
          <p:cNvPr id="10" name="source_text_01_005"/>
          <p:cNvSpPr txBox="1"/>
          <p:nvPr/>
        </p:nvSpPr>
        <p:spPr>
          <a:xfrm>
            <a:off x="5614736" y="5901363"/>
            <a:ext cx="1159406" cy="325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2</a:t>
            </a: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0</a:t>
            </a: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2</a:t>
            </a: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6</a:t>
            </a: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.</a:t>
            </a: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0</a:t>
            </a:r>
            <a:r>
              <a:rPr sz="2134" b="0" spc="-50">
                <a:solidFill>
                  <a:srgbClr val="191A1A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otanical_toc_art" descr="02_botanical_toc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18851" cy="6861645"/>
          </a:xfrm>
          <a:prstGeom prst="rect">
            <a:avLst/>
          </a:prstGeom>
        </p:spPr>
      </p:pic>
      <p:pic>
        <p:nvPicPr>
          <p:cNvPr id="3" name="toc_canvas" descr="02_toc_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851" y="0"/>
            <a:ext cx="8473148" cy="68616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81397" y="1618794"/>
            <a:ext cx="7291" cy="393760"/>
          </a:xfrm>
          <a:prstGeom prst="rect">
            <a:avLst/>
          </a:prstGeom>
          <a:solidFill>
            <a:srgbClr val="2F8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81397" y="2719866"/>
            <a:ext cx="7291" cy="39376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81397" y="3820937"/>
            <a:ext cx="7291" cy="39376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81397" y="4922009"/>
            <a:ext cx="7291" cy="39376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10622" y="6402258"/>
            <a:ext cx="1895885" cy="14583"/>
          </a:xfrm>
          <a:prstGeom prst="rect">
            <a:avLst/>
          </a:prstGeom>
          <a:solidFill>
            <a:srgbClr val="6EA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_text_02_100"/>
          <p:cNvSpPr txBox="1"/>
          <p:nvPr/>
        </p:nvSpPr>
        <p:spPr>
          <a:xfrm>
            <a:off x="2442775" y="1090521"/>
            <a:ext cx="1093779" cy="10425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41" b="0" spc="0">
                <a:solidFill>
                  <a:srgbClr val="076D47"/>
                </a:solidFill>
                <a:latin typeface="Microsoft YaHei"/>
                <a:ea typeface="Microsoft YaHei"/>
              </a:rPr>
              <a:t>汇</a:t>
            </a:r>
          </a:p>
        </p:txBody>
      </p:sp>
      <p:sp>
        <p:nvSpPr>
          <p:cNvPr id="10" name="source_text_02_101"/>
          <p:cNvSpPr txBox="1"/>
          <p:nvPr/>
        </p:nvSpPr>
        <p:spPr>
          <a:xfrm>
            <a:off x="2442775" y="2152635"/>
            <a:ext cx="1093779" cy="1059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50" b="0" spc="-57">
                <a:solidFill>
                  <a:srgbClr val="086C46"/>
                </a:solidFill>
                <a:latin typeface="Microsoft YaHei"/>
                <a:ea typeface="Microsoft YaHei"/>
              </a:rPr>
              <a:t>报</a:t>
            </a:r>
          </a:p>
        </p:txBody>
      </p:sp>
      <p:sp>
        <p:nvSpPr>
          <p:cNvPr id="11" name="source_text_02_102"/>
          <p:cNvSpPr txBox="1"/>
          <p:nvPr/>
        </p:nvSpPr>
        <p:spPr>
          <a:xfrm>
            <a:off x="2442775" y="3230752"/>
            <a:ext cx="1093779" cy="1066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97" b="0" spc="-57">
                <a:solidFill>
                  <a:srgbClr val="086A45"/>
                </a:solidFill>
                <a:latin typeface="Microsoft YaHei"/>
                <a:ea typeface="Microsoft YaHei"/>
              </a:rPr>
              <a:t>提</a:t>
            </a:r>
          </a:p>
        </p:txBody>
      </p:sp>
      <p:sp>
        <p:nvSpPr>
          <p:cNvPr id="12" name="source_text_02_103"/>
          <p:cNvSpPr txBox="1"/>
          <p:nvPr/>
        </p:nvSpPr>
        <p:spPr>
          <a:xfrm>
            <a:off x="2442775" y="4308581"/>
            <a:ext cx="1093779" cy="1075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57" b="0" spc="-517">
                <a:solidFill>
                  <a:srgbClr val="076A44"/>
                </a:solidFill>
                <a:latin typeface="Microsoft YaHei"/>
                <a:ea typeface="Microsoft YaHei"/>
              </a:rPr>
              <a:t>纲</a:t>
            </a:r>
          </a:p>
        </p:txBody>
      </p:sp>
      <p:sp>
        <p:nvSpPr>
          <p:cNvPr id="13" name="source_text_02_001"/>
          <p:cNvSpPr txBox="1"/>
          <p:nvPr/>
        </p:nvSpPr>
        <p:spPr>
          <a:xfrm>
            <a:off x="4528248" y="1493633"/>
            <a:ext cx="816688" cy="611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11" b="1" spc="33">
                <a:solidFill>
                  <a:srgbClr val="07623F"/>
                </a:solidFill>
                <a:latin typeface="Arial Narrow"/>
                <a:ea typeface="Microsoft YaHei"/>
              </a:rPr>
              <a:t>01</a:t>
            </a:r>
          </a:p>
        </p:txBody>
      </p:sp>
      <p:sp>
        <p:nvSpPr>
          <p:cNvPr id="14" name="source_text_02_002"/>
          <p:cNvSpPr txBox="1"/>
          <p:nvPr/>
        </p:nvSpPr>
        <p:spPr>
          <a:xfrm>
            <a:off x="5753282" y="1553762"/>
            <a:ext cx="2224019" cy="4821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3" b="1" spc="103">
                <a:solidFill>
                  <a:srgbClr val="076641"/>
                </a:solidFill>
                <a:latin typeface="Microsoft YaHei"/>
                <a:ea typeface="Microsoft YaHei"/>
              </a:rPr>
              <a:t>性</a:t>
            </a:r>
            <a:r>
              <a:rPr sz="3163" b="1" spc="103">
                <a:solidFill>
                  <a:srgbClr val="076641"/>
                </a:solidFill>
                <a:latin typeface="Microsoft YaHei"/>
                <a:ea typeface="Microsoft YaHei"/>
              </a:rPr>
              <a:t>状</a:t>
            </a:r>
            <a:r>
              <a:rPr sz="3163" b="1" spc="103">
                <a:solidFill>
                  <a:srgbClr val="076641"/>
                </a:solidFill>
                <a:latin typeface="Microsoft YaHei"/>
                <a:ea typeface="Microsoft YaHei"/>
              </a:rPr>
              <a:t>与</a:t>
            </a:r>
            <a:r>
              <a:rPr sz="3163" b="1" spc="103">
                <a:solidFill>
                  <a:srgbClr val="076641"/>
                </a:solidFill>
                <a:latin typeface="Microsoft YaHei"/>
                <a:ea typeface="Microsoft YaHei"/>
              </a:rPr>
              <a:t>功</a:t>
            </a:r>
            <a:r>
              <a:rPr sz="3163" b="1" spc="103">
                <a:solidFill>
                  <a:srgbClr val="076641"/>
                </a:solidFill>
                <a:latin typeface="Microsoft YaHei"/>
                <a:ea typeface="Microsoft YaHei"/>
              </a:rPr>
              <a:t>能</a:t>
            </a:r>
          </a:p>
        </p:txBody>
      </p:sp>
      <p:sp>
        <p:nvSpPr>
          <p:cNvPr id="15" name="source_text_02_003"/>
          <p:cNvSpPr txBox="1"/>
          <p:nvPr/>
        </p:nvSpPr>
        <p:spPr>
          <a:xfrm>
            <a:off x="4528248" y="2597302"/>
            <a:ext cx="816688" cy="5993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32" b="1" spc="286">
                <a:solidFill>
                  <a:srgbClr val="A7A6A6"/>
                </a:solidFill>
                <a:latin typeface="Arial Narrow"/>
                <a:ea typeface="Microsoft YaHei"/>
              </a:rPr>
              <a:t>02</a:t>
            </a:r>
          </a:p>
        </p:txBody>
      </p:sp>
      <p:sp>
        <p:nvSpPr>
          <p:cNvPr id="16" name="source_text_02_004"/>
          <p:cNvSpPr txBox="1"/>
          <p:nvPr/>
        </p:nvSpPr>
        <p:spPr>
          <a:xfrm>
            <a:off x="5767866" y="2662733"/>
            <a:ext cx="3055291" cy="478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地</a:t>
            </a: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上</a:t>
            </a: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—</a:t>
            </a: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地</a:t>
            </a: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下</a:t>
            </a: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机</a:t>
            </a:r>
            <a:r>
              <a:rPr sz="3137" b="1" spc="21">
                <a:solidFill>
                  <a:srgbClr val="B9B8B9"/>
                </a:solidFill>
                <a:latin typeface="Microsoft YaHei"/>
                <a:ea typeface="Microsoft YaHei"/>
              </a:rPr>
              <a:t>制</a:t>
            </a:r>
          </a:p>
        </p:txBody>
      </p:sp>
      <p:sp>
        <p:nvSpPr>
          <p:cNvPr id="17" name="source_text_02_005"/>
          <p:cNvSpPr txBox="1"/>
          <p:nvPr/>
        </p:nvSpPr>
        <p:spPr>
          <a:xfrm>
            <a:off x="4528248" y="3695777"/>
            <a:ext cx="816688" cy="611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11" b="1" spc="234">
                <a:solidFill>
                  <a:srgbClr val="AEADAD"/>
                </a:solidFill>
                <a:latin typeface="Arial Narrow"/>
                <a:ea typeface="Microsoft YaHei"/>
              </a:rPr>
              <a:t>03</a:t>
            </a:r>
          </a:p>
        </p:txBody>
      </p:sp>
      <p:sp>
        <p:nvSpPr>
          <p:cNvPr id="18" name="source_text_02_006"/>
          <p:cNvSpPr txBox="1"/>
          <p:nvPr/>
        </p:nvSpPr>
        <p:spPr>
          <a:xfrm>
            <a:off x="5775157" y="3771829"/>
            <a:ext cx="3055291" cy="4732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全</a:t>
            </a: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球</a:t>
            </a: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变</a:t>
            </a: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化</a:t>
            </a: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与</a:t>
            </a: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尺</a:t>
            </a:r>
            <a:r>
              <a:rPr sz="3105" b="1" spc="107">
                <a:solidFill>
                  <a:srgbClr val="B9B8B8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19" name="source_text_02_007"/>
          <p:cNvSpPr txBox="1"/>
          <p:nvPr/>
        </p:nvSpPr>
        <p:spPr>
          <a:xfrm>
            <a:off x="4528248" y="4804141"/>
            <a:ext cx="816688" cy="6113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11" b="1" spc="320">
                <a:solidFill>
                  <a:srgbClr val="B2B1B1"/>
                </a:solidFill>
                <a:latin typeface="Arial Narrow"/>
                <a:ea typeface="Microsoft YaHei"/>
              </a:rPr>
              <a:t>04</a:t>
            </a:r>
          </a:p>
        </p:txBody>
      </p:sp>
      <p:sp>
        <p:nvSpPr>
          <p:cNvPr id="20" name="source_text_02_008"/>
          <p:cNvSpPr txBox="1"/>
          <p:nvPr/>
        </p:nvSpPr>
        <p:spPr>
          <a:xfrm>
            <a:off x="5767866" y="4872901"/>
            <a:ext cx="1808382" cy="4732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5" b="1" spc="129">
                <a:solidFill>
                  <a:srgbClr val="B9B8B8"/>
                </a:solidFill>
                <a:latin typeface="Microsoft YaHei"/>
                <a:ea typeface="Microsoft YaHei"/>
              </a:rPr>
              <a:t>研</a:t>
            </a:r>
            <a:r>
              <a:rPr sz="3105" b="1" spc="129">
                <a:solidFill>
                  <a:srgbClr val="B9B8B8"/>
                </a:solidFill>
                <a:latin typeface="Microsoft YaHei"/>
                <a:ea typeface="Microsoft YaHei"/>
              </a:rPr>
              <a:t>究</a:t>
            </a:r>
            <a:r>
              <a:rPr sz="3105" b="1" spc="129">
                <a:solidFill>
                  <a:srgbClr val="B9B8B8"/>
                </a:solidFill>
                <a:latin typeface="Microsoft YaHei"/>
                <a:ea typeface="Microsoft YaHei"/>
              </a:rPr>
              <a:t>设</a:t>
            </a:r>
            <a:r>
              <a:rPr sz="3105" b="1" spc="129">
                <a:solidFill>
                  <a:srgbClr val="B9B8B8"/>
                </a:solidFill>
                <a:latin typeface="Microsoft YaHei"/>
                <a:ea typeface="Microsoft YaHei"/>
              </a:rPr>
              <a:t>计</a:t>
            </a:r>
          </a:p>
        </p:txBody>
      </p:sp>
      <p:sp>
        <p:nvSpPr>
          <p:cNvPr id="21" name="source_text_02_009"/>
          <p:cNvSpPr txBox="1"/>
          <p:nvPr/>
        </p:nvSpPr>
        <p:spPr>
          <a:xfrm>
            <a:off x="9632555" y="6278594"/>
            <a:ext cx="2253186" cy="241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植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物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功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能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生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态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文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献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调</a:t>
            </a:r>
            <a:r>
              <a:rPr sz="1581" b="0" spc="40">
                <a:solidFill>
                  <a:srgbClr val="3A8665"/>
                </a:solidFill>
                <a:latin typeface="Microsoft YaHei"/>
                <a:ea typeface="Microsoft YaHei"/>
              </a:rPr>
              <a:t>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hapter_plant" descr="03_chapter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51119" cy="6861645"/>
          </a:xfrm>
          <a:prstGeom prst="rect">
            <a:avLst/>
          </a:prstGeom>
        </p:spPr>
      </p:pic>
      <p:pic>
        <p:nvPicPr>
          <p:cNvPr id="3" name="chapter_card" descr="03_chapter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119" y="0"/>
            <a:ext cx="9340880" cy="6861645"/>
          </a:xfrm>
          <a:prstGeom prst="rect">
            <a:avLst/>
          </a:prstGeom>
        </p:spPr>
      </p:pic>
      <p:sp>
        <p:nvSpPr>
          <p:cNvPr id="4" name="source_text_03_000"/>
          <p:cNvSpPr txBox="1"/>
          <p:nvPr/>
        </p:nvSpPr>
        <p:spPr>
          <a:xfrm>
            <a:off x="3696976" y="1725493"/>
            <a:ext cx="4214698" cy="4553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植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物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功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能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生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态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文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献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调</a:t>
            </a:r>
            <a:r>
              <a:rPr sz="2987" b="0" spc="218">
                <a:solidFill>
                  <a:srgbClr val="116D51"/>
                </a:solidFill>
                <a:latin typeface="Microsoft YaHei"/>
                <a:ea typeface="Microsoft YaHei"/>
              </a:rPr>
              <a:t>研</a:t>
            </a:r>
          </a:p>
        </p:txBody>
      </p:sp>
      <p:sp>
        <p:nvSpPr>
          <p:cNvPr id="5" name="source_text_03_001"/>
          <p:cNvSpPr txBox="1"/>
          <p:nvPr/>
        </p:nvSpPr>
        <p:spPr>
          <a:xfrm>
            <a:off x="816688" y="2359352"/>
            <a:ext cx="1699004" cy="183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22" b="1" spc="11">
                <a:solidFill>
                  <a:srgbClr val="FFFFFF"/>
                </a:solidFill>
                <a:latin typeface="Arial Narrow"/>
                <a:ea typeface="Microsoft YaHei"/>
              </a:rPr>
              <a:t>01</a:t>
            </a:r>
          </a:p>
        </p:txBody>
      </p:sp>
      <p:sp>
        <p:nvSpPr>
          <p:cNvPr id="6" name="source_text_03_002"/>
          <p:cNvSpPr txBox="1"/>
          <p:nvPr/>
        </p:nvSpPr>
        <p:spPr>
          <a:xfrm>
            <a:off x="3478220" y="2716740"/>
            <a:ext cx="7357492" cy="11875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性</a:t>
            </a: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状</a:t>
            </a: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是</a:t>
            </a: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机</a:t>
            </a: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制</a:t>
            </a: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接</a:t>
            </a:r>
            <a:r>
              <a:rPr sz="7792" b="1" spc="189">
                <a:solidFill>
                  <a:srgbClr val="075C44"/>
                </a:solidFill>
                <a:latin typeface="Microsoft YaHei"/>
                <a:ea typeface="Microsoft YaHei"/>
              </a:rPr>
              <a:t>口</a:t>
            </a:r>
          </a:p>
        </p:txBody>
      </p:sp>
      <p:sp>
        <p:nvSpPr>
          <p:cNvPr id="7" name="source_text_03_003"/>
          <p:cNvSpPr txBox="1"/>
          <p:nvPr/>
        </p:nvSpPr>
        <p:spPr>
          <a:xfrm>
            <a:off x="3536555" y="4452015"/>
            <a:ext cx="7795004" cy="6540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从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物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种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名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录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到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响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应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—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作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用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链</a:t>
            </a:r>
            <a:r>
              <a:rPr sz="4291" b="0" spc="300">
                <a:solidFill>
                  <a:srgbClr val="0E7151"/>
                </a:solidFill>
                <a:latin typeface="Microsoft YaHei"/>
                <a:ea typeface="Microsoft YaHei"/>
              </a:rPr>
              <a:t>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6880" y="1582334"/>
            <a:ext cx="3565722" cy="3995942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83444" y="1582334"/>
            <a:ext cx="3915732" cy="3995942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05435" y="1582334"/>
            <a:ext cx="3718851" cy="3995942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8755" y="838564"/>
            <a:ext cx="5797033" cy="568765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2669" y="838564"/>
            <a:ext cx="5767866" cy="568765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1674" y="2151100"/>
            <a:ext cx="3368842" cy="371885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2822" y="2151100"/>
            <a:ext cx="3682392" cy="371885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5645" y="2151100"/>
            <a:ext cx="3521971" cy="371885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heading_texture_0" descr="04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0" y="1582334"/>
            <a:ext cx="3565722" cy="473971"/>
          </a:xfrm>
          <a:prstGeom prst="rect">
            <a:avLst/>
          </a:prstGeom>
        </p:spPr>
      </p:pic>
      <p:pic>
        <p:nvPicPr>
          <p:cNvPr id="11" name="heading_texture_1" descr="04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444" y="1582334"/>
            <a:ext cx="3915732" cy="473971"/>
          </a:xfrm>
          <a:prstGeom prst="rect">
            <a:avLst/>
          </a:prstGeom>
        </p:spPr>
      </p:pic>
      <p:pic>
        <p:nvPicPr>
          <p:cNvPr id="12" name="heading_texture_2" descr="04_heading_text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435" y="1582334"/>
            <a:ext cx="3718851" cy="473971"/>
          </a:xfrm>
          <a:prstGeom prst="rect">
            <a:avLst/>
          </a:prstGeom>
        </p:spPr>
      </p:pic>
      <p:pic>
        <p:nvPicPr>
          <p:cNvPr id="13" name="header_texture" descr="04_header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6" y="58334"/>
            <a:ext cx="11995119" cy="627100"/>
          </a:xfrm>
          <a:prstGeom prst="rect">
            <a:avLst/>
          </a:prstGeom>
        </p:spPr>
      </p:pic>
      <p:pic>
        <p:nvPicPr>
          <p:cNvPr id="14" name="takeaway_texture" descr="04_takeaway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004" y="5709531"/>
            <a:ext cx="11841990" cy="721894"/>
          </a:xfrm>
          <a:prstGeom prst="rect">
            <a:avLst/>
          </a:prstGeom>
        </p:spPr>
      </p:pic>
      <p:pic>
        <p:nvPicPr>
          <p:cNvPr id="15" name="individual" descr="04_individ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464" y="2552153"/>
            <a:ext cx="3536555" cy="3011540"/>
          </a:xfrm>
          <a:prstGeom prst="rect">
            <a:avLst/>
          </a:prstGeom>
        </p:spPr>
      </p:pic>
      <p:pic>
        <p:nvPicPr>
          <p:cNvPr id="16" name="community" descr="04_commun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320" y="2552153"/>
            <a:ext cx="3879272" cy="3011540"/>
          </a:xfrm>
          <a:prstGeom prst="rect">
            <a:avLst/>
          </a:prstGeom>
        </p:spPr>
      </p:pic>
      <p:pic>
        <p:nvPicPr>
          <p:cNvPr id="17" name="ecosystem" descr="04_ecosyste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7311" y="2552153"/>
            <a:ext cx="3682392" cy="3011540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3755311" y="3427177"/>
            <a:ext cx="386468" cy="539598"/>
          </a:xfrm>
          <a:prstGeom prst="rightArrow">
            <a:avLst/>
          </a:prstGeom>
          <a:solidFill>
            <a:srgbClr val="378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984593" y="3427177"/>
            <a:ext cx="379177" cy="539598"/>
          </a:xfrm>
          <a:prstGeom prst="rightArrow">
            <a:avLst/>
          </a:prstGeom>
          <a:solidFill>
            <a:srgbClr val="378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urce_text_04_000"/>
          <p:cNvSpPr txBox="1"/>
          <p:nvPr/>
        </p:nvSpPr>
        <p:spPr>
          <a:xfrm>
            <a:off x="2785492" y="137206"/>
            <a:ext cx="6810602" cy="446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是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连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接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体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生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态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统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变</a:t>
            </a:r>
            <a:r>
              <a:rPr sz="2929" b="1" spc="159">
                <a:solidFill>
                  <a:srgbClr val="FFFFFF"/>
                </a:solidFill>
                <a:latin typeface="Microsoft YaHei"/>
                <a:ea typeface="Microsoft YaHei"/>
              </a:rPr>
              <a:t>量</a:t>
            </a:r>
          </a:p>
        </p:txBody>
      </p:sp>
      <p:sp>
        <p:nvSpPr>
          <p:cNvPr id="21" name="source_text_04_001"/>
          <p:cNvSpPr txBox="1"/>
          <p:nvPr/>
        </p:nvSpPr>
        <p:spPr>
          <a:xfrm>
            <a:off x="648976" y="945935"/>
            <a:ext cx="5293894" cy="3050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1" b="1" spc="-57">
                <a:solidFill>
                  <a:srgbClr val="CF0708"/>
                </a:solidFill>
                <a:latin typeface="Microsoft YaHei"/>
                <a:ea typeface="Microsoft YaHei"/>
              </a:rPr>
              <a:t>R</a:t>
            </a:r>
            <a:r>
              <a:rPr sz="2001" b="1" spc="-57">
                <a:solidFill>
                  <a:srgbClr val="D10C0A"/>
                </a:solidFill>
                <a:latin typeface="Microsoft YaHei"/>
                <a:ea typeface="Microsoft YaHei"/>
              </a:rPr>
              <a:t>e</a:t>
            </a:r>
            <a:r>
              <a:rPr sz="2001" b="1" spc="-57">
                <a:solidFill>
                  <a:srgbClr val="C90B0B"/>
                </a:solidFill>
                <a:latin typeface="Microsoft YaHei"/>
                <a:ea typeface="Microsoft YaHei"/>
              </a:rPr>
              <a:t>s</a:t>
            </a:r>
            <a:r>
              <a:rPr sz="2001" b="1" spc="-57">
                <a:solidFill>
                  <a:srgbClr val="C50B0D"/>
                </a:solidFill>
                <a:latin typeface="Microsoft YaHei"/>
                <a:ea typeface="Microsoft YaHei"/>
              </a:rPr>
              <a:t>p</a:t>
            </a:r>
            <a:r>
              <a:rPr sz="2001" b="1" spc="-57">
                <a:solidFill>
                  <a:srgbClr val="C70A0A"/>
                </a:solidFill>
                <a:latin typeface="Microsoft YaHei"/>
                <a:ea typeface="Microsoft YaHei"/>
              </a:rPr>
              <a:t>o</a:t>
            </a:r>
            <a:r>
              <a:rPr sz="2001" b="1" spc="-57">
                <a:solidFill>
                  <a:srgbClr val="CF0A09"/>
                </a:solidFill>
                <a:latin typeface="Microsoft YaHei"/>
                <a:ea typeface="Microsoft YaHei"/>
              </a:rPr>
              <a:t>n</a:t>
            </a:r>
            <a:r>
              <a:rPr sz="2001" b="1" spc="-57">
                <a:solidFill>
                  <a:srgbClr val="CC0809"/>
                </a:solidFill>
                <a:latin typeface="Microsoft YaHei"/>
                <a:ea typeface="Microsoft YaHei"/>
              </a:rPr>
              <a:t>s</a:t>
            </a:r>
            <a:r>
              <a:rPr sz="2001" b="1" spc="-57">
                <a:solidFill>
                  <a:srgbClr val="CA0B0B"/>
                </a:solidFill>
                <a:latin typeface="Microsoft YaHei"/>
                <a:ea typeface="Microsoft YaHei"/>
              </a:rPr>
              <a:t>e</a:t>
            </a:r>
            <a:r>
              <a:rPr sz="2001" b="1" spc="-57">
                <a:solidFill>
                  <a:srgbClr val="CC0C10"/>
                </a:solidFill>
                <a:latin typeface="Microsoft YaHei"/>
                <a:ea typeface="Microsoft YaHei"/>
              </a:rPr>
              <a:t> </a:t>
            </a:r>
            <a:r>
              <a:rPr sz="2001" b="1" spc="-57">
                <a:solidFill>
                  <a:srgbClr val="D73931"/>
                </a:solidFill>
                <a:latin typeface="Microsoft YaHei"/>
                <a:ea typeface="Microsoft YaHei"/>
              </a:rPr>
              <a:t>t</a:t>
            </a:r>
            <a:r>
              <a:rPr sz="2001" b="1" spc="-57">
                <a:solidFill>
                  <a:srgbClr val="D10C0C"/>
                </a:solidFill>
                <a:latin typeface="Microsoft YaHei"/>
                <a:ea typeface="Microsoft YaHei"/>
              </a:rPr>
              <a:t>r</a:t>
            </a:r>
            <a:r>
              <a:rPr sz="2001" b="1" spc="-57">
                <a:solidFill>
                  <a:srgbClr val="D00A0B"/>
                </a:solidFill>
                <a:latin typeface="Microsoft YaHei"/>
                <a:ea typeface="Microsoft YaHei"/>
              </a:rPr>
              <a:t>a</a:t>
            </a:r>
            <a:r>
              <a:rPr sz="2001" b="1" spc="-57">
                <a:solidFill>
                  <a:srgbClr val="D70D0B"/>
                </a:solidFill>
                <a:latin typeface="Microsoft YaHei"/>
                <a:ea typeface="Microsoft YaHei"/>
              </a:rPr>
              <a:t>i</a:t>
            </a:r>
            <a:r>
              <a:rPr sz="2001" b="1" spc="-57">
                <a:solidFill>
                  <a:srgbClr val="C70C0D"/>
                </a:solidFill>
                <a:latin typeface="Microsoft YaHei"/>
                <a:ea typeface="Microsoft YaHei"/>
              </a:rPr>
              <a:t>t</a:t>
            </a:r>
            <a:r>
              <a:rPr sz="2001" b="1" spc="-57">
                <a:solidFill>
                  <a:srgbClr val="D30A0C"/>
                </a:solidFill>
                <a:latin typeface="Microsoft YaHei"/>
                <a:ea typeface="Microsoft YaHei"/>
              </a:rPr>
              <a:t>s</a:t>
            </a:r>
            <a:r>
              <a:rPr sz="2001" b="1" spc="-57">
                <a:solidFill>
                  <a:srgbClr val="D50F0D"/>
                </a:solidFill>
                <a:latin typeface="Microsoft YaHei"/>
                <a:ea typeface="Microsoft YaHei"/>
              </a:rPr>
              <a:t>：</a:t>
            </a:r>
            <a:r>
              <a:rPr sz="2001" b="1" spc="-57">
                <a:solidFill>
                  <a:srgbClr val="235156"/>
                </a:solidFill>
                <a:latin typeface="Microsoft YaHei"/>
                <a:ea typeface="Microsoft YaHei"/>
              </a:rPr>
              <a:t>解</a:t>
            </a:r>
            <a:r>
              <a:rPr sz="2001" b="1" spc="-57">
                <a:solidFill>
                  <a:srgbClr val="235156"/>
                </a:solidFill>
                <a:latin typeface="Microsoft YaHei"/>
                <a:ea typeface="Microsoft YaHei"/>
              </a:rPr>
              <a:t>释</a:t>
            </a:r>
            <a:r>
              <a:rPr sz="2001" b="1" spc="-57">
                <a:solidFill>
                  <a:srgbClr val="235156"/>
                </a:solidFill>
                <a:latin typeface="Microsoft YaHei"/>
                <a:ea typeface="Microsoft YaHei"/>
              </a:rPr>
              <a:t>植</a:t>
            </a:r>
            <a:r>
              <a:rPr sz="2001" b="1" spc="-57">
                <a:solidFill>
                  <a:srgbClr val="235156"/>
                </a:solidFill>
                <a:latin typeface="Microsoft YaHei"/>
                <a:ea typeface="Microsoft YaHei"/>
              </a:rPr>
              <a:t>物</a:t>
            </a:r>
            <a:r>
              <a:rPr sz="2001" b="1" spc="-57">
                <a:solidFill>
                  <a:srgbClr val="235156"/>
                </a:solidFill>
                <a:latin typeface="Microsoft YaHei"/>
                <a:ea typeface="Microsoft YaHei"/>
              </a:rPr>
              <a:t>如</a:t>
            </a:r>
            <a:r>
              <a:rPr sz="2001" b="1" spc="-57">
                <a:solidFill>
                  <a:srgbClr val="235156"/>
                </a:solidFill>
                <a:latin typeface="Microsoft YaHei"/>
                <a:ea typeface="Microsoft YaHei"/>
              </a:rPr>
              <a:t>何</a:t>
            </a:r>
            <a:r>
              <a:rPr sz="2001" b="1" spc="-57">
                <a:solidFill>
                  <a:srgbClr val="EF1110"/>
                </a:solidFill>
                <a:latin typeface="Microsoft YaHei"/>
                <a:ea typeface="Microsoft YaHei"/>
              </a:rPr>
              <a:t>响</a:t>
            </a:r>
            <a:r>
              <a:rPr sz="2001" b="1" spc="-57">
                <a:solidFill>
                  <a:srgbClr val="F10A0B"/>
                </a:solidFill>
                <a:latin typeface="Microsoft YaHei"/>
                <a:ea typeface="Microsoft YaHei"/>
              </a:rPr>
              <a:t>应</a:t>
            </a:r>
            <a:r>
              <a:rPr sz="2001" b="1" spc="-57">
                <a:solidFill>
                  <a:srgbClr val="EF0F0F"/>
                </a:solidFill>
                <a:latin typeface="Microsoft YaHei"/>
                <a:ea typeface="Microsoft YaHei"/>
              </a:rPr>
              <a:t>环</a:t>
            </a:r>
            <a:r>
              <a:rPr sz="2001" b="1" spc="-57">
                <a:solidFill>
                  <a:srgbClr val="F01011"/>
                </a:solidFill>
                <a:latin typeface="Microsoft YaHei"/>
                <a:ea typeface="Microsoft YaHei"/>
              </a:rPr>
              <a:t>境</a:t>
            </a:r>
            <a:r>
              <a:rPr sz="2001" b="1" spc="-57">
                <a:solidFill>
                  <a:srgbClr val="F11011"/>
                </a:solidFill>
                <a:latin typeface="Microsoft YaHei"/>
                <a:ea typeface="Microsoft YaHei"/>
              </a:rPr>
              <a:t>过</a:t>
            </a:r>
            <a:r>
              <a:rPr sz="2001" b="1" spc="-57">
                <a:solidFill>
                  <a:srgbClr val="F01112"/>
                </a:solidFill>
                <a:latin typeface="Microsoft YaHei"/>
                <a:ea typeface="Microsoft YaHei"/>
              </a:rPr>
              <a:t>滤</a:t>
            </a:r>
          </a:p>
        </p:txBody>
      </p:sp>
      <p:sp>
        <p:nvSpPr>
          <p:cNvPr id="22" name="source_text_04_002"/>
          <p:cNvSpPr txBox="1"/>
          <p:nvPr/>
        </p:nvSpPr>
        <p:spPr>
          <a:xfrm>
            <a:off x="6635598" y="952109"/>
            <a:ext cx="5206392" cy="312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spc="-115">
                <a:solidFill>
                  <a:srgbClr val="C70B0C"/>
                </a:solidFill>
                <a:latin typeface="Microsoft YaHei"/>
                <a:ea typeface="Microsoft YaHei"/>
              </a:rPr>
              <a:t>E</a:t>
            </a:r>
            <a:r>
              <a:rPr sz="2050" b="1" spc="-115">
                <a:solidFill>
                  <a:srgbClr val="C80809"/>
                </a:solidFill>
                <a:latin typeface="Microsoft YaHei"/>
                <a:ea typeface="Microsoft YaHei"/>
              </a:rPr>
              <a:t>f</a:t>
            </a:r>
            <a:r>
              <a:rPr sz="2050" b="1" spc="-115">
                <a:solidFill>
                  <a:srgbClr val="C6090A"/>
                </a:solidFill>
                <a:latin typeface="Microsoft YaHei"/>
                <a:ea typeface="Microsoft YaHei"/>
              </a:rPr>
              <a:t>f</a:t>
            </a:r>
            <a:r>
              <a:rPr sz="2050" b="1" spc="-115">
                <a:solidFill>
                  <a:srgbClr val="C90A0B"/>
                </a:solidFill>
                <a:latin typeface="Microsoft YaHei"/>
                <a:ea typeface="Microsoft YaHei"/>
              </a:rPr>
              <a:t>e</a:t>
            </a:r>
            <a:r>
              <a:rPr sz="2050" b="1" spc="-115">
                <a:solidFill>
                  <a:srgbClr val="C90C0D"/>
                </a:solidFill>
                <a:latin typeface="Microsoft YaHei"/>
                <a:ea typeface="Microsoft YaHei"/>
              </a:rPr>
              <a:t>c</a:t>
            </a:r>
            <a:r>
              <a:rPr sz="2050" b="1" spc="-115">
                <a:solidFill>
                  <a:srgbClr val="CC0E15"/>
                </a:solidFill>
                <a:latin typeface="Microsoft YaHei"/>
                <a:ea typeface="Microsoft YaHei"/>
              </a:rPr>
              <a:t>t</a:t>
            </a:r>
            <a:r>
              <a:rPr sz="2050" b="1" spc="-115">
                <a:solidFill>
                  <a:srgbClr val="CA080C"/>
                </a:solidFill>
                <a:latin typeface="Microsoft YaHei"/>
                <a:ea typeface="Microsoft YaHei"/>
              </a:rPr>
              <a:t> 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t</a:t>
            </a:r>
            <a:r>
              <a:rPr sz="2050" b="1" spc="-115">
                <a:solidFill>
                  <a:srgbClr val="C70C0D"/>
                </a:solidFill>
                <a:latin typeface="Microsoft YaHei"/>
                <a:ea typeface="Microsoft YaHei"/>
              </a:rPr>
              <a:t>r</a:t>
            </a:r>
            <a:r>
              <a:rPr sz="2050" b="1" spc="-115">
                <a:solidFill>
                  <a:srgbClr val="C60C0E"/>
                </a:solidFill>
                <a:latin typeface="Microsoft YaHei"/>
                <a:ea typeface="Microsoft YaHei"/>
              </a:rPr>
              <a:t>a</a:t>
            </a:r>
            <a:r>
              <a:rPr sz="2050" b="1" spc="-115">
                <a:solidFill>
                  <a:srgbClr val="C90C0C"/>
                </a:solidFill>
                <a:latin typeface="Microsoft YaHei"/>
                <a:ea typeface="Microsoft YaHei"/>
              </a:rPr>
              <a:t>i</a:t>
            </a:r>
            <a:r>
              <a:rPr sz="2050" b="1" spc="-115">
                <a:solidFill>
                  <a:srgbClr val="CA0A0B"/>
                </a:solidFill>
                <a:latin typeface="Microsoft YaHei"/>
                <a:ea typeface="Microsoft YaHei"/>
              </a:rPr>
              <a:t>t</a:t>
            </a:r>
            <a:r>
              <a:rPr sz="2050" b="1" spc="-115">
                <a:solidFill>
                  <a:srgbClr val="C70A0B"/>
                </a:solidFill>
                <a:latin typeface="Microsoft YaHei"/>
                <a:ea typeface="Microsoft YaHei"/>
              </a:rPr>
              <a:t>s</a:t>
            </a:r>
            <a:r>
              <a:rPr sz="2050" b="1" spc="-115">
                <a:solidFill>
                  <a:srgbClr val="CB0F0D"/>
                </a:solidFill>
                <a:latin typeface="Microsoft YaHei"/>
                <a:ea typeface="Microsoft YaHei"/>
              </a:rPr>
              <a:t>：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解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释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植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物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如</a:t>
            </a:r>
            <a:r>
              <a:rPr sz="2050" b="1" spc="-115">
                <a:solidFill>
                  <a:srgbClr val="285559"/>
                </a:solidFill>
                <a:latin typeface="Microsoft YaHei"/>
                <a:ea typeface="Microsoft YaHei"/>
              </a:rPr>
              <a:t>何</a:t>
            </a:r>
            <a:r>
              <a:rPr sz="2050" b="1" spc="-115">
                <a:solidFill>
                  <a:srgbClr val="ED1212"/>
                </a:solidFill>
                <a:latin typeface="Microsoft YaHei"/>
                <a:ea typeface="Microsoft YaHei"/>
              </a:rPr>
              <a:t>改</a:t>
            </a:r>
            <a:r>
              <a:rPr sz="2050" b="1" spc="-115">
                <a:solidFill>
                  <a:srgbClr val="F00F0E"/>
                </a:solidFill>
                <a:latin typeface="Microsoft YaHei"/>
                <a:ea typeface="Microsoft YaHei"/>
              </a:rPr>
              <a:t>变</a:t>
            </a:r>
            <a:r>
              <a:rPr sz="2050" b="1" spc="-115">
                <a:solidFill>
                  <a:srgbClr val="F30B0B"/>
                </a:solidFill>
                <a:latin typeface="Microsoft YaHei"/>
                <a:ea typeface="Microsoft YaHei"/>
              </a:rPr>
              <a:t>生</a:t>
            </a:r>
            <a:r>
              <a:rPr sz="2050" b="1" spc="-115">
                <a:solidFill>
                  <a:srgbClr val="F6110E"/>
                </a:solidFill>
                <a:latin typeface="Microsoft YaHei"/>
                <a:ea typeface="Microsoft YaHei"/>
              </a:rPr>
              <a:t>态</a:t>
            </a:r>
            <a:r>
              <a:rPr sz="2050" b="1" spc="-115">
                <a:solidFill>
                  <a:srgbClr val="F50E0E"/>
                </a:solidFill>
                <a:latin typeface="Microsoft YaHei"/>
                <a:ea typeface="Microsoft YaHei"/>
              </a:rPr>
              <a:t>系</a:t>
            </a:r>
            <a:r>
              <a:rPr sz="2050" b="1" spc="-115">
                <a:solidFill>
                  <a:srgbClr val="F61111"/>
                </a:solidFill>
                <a:latin typeface="Microsoft YaHei"/>
                <a:ea typeface="Microsoft YaHei"/>
              </a:rPr>
              <a:t>统</a:t>
            </a:r>
            <a:r>
              <a:rPr sz="2050" b="1" spc="-115">
                <a:solidFill>
                  <a:srgbClr val="F41012"/>
                </a:solidFill>
                <a:latin typeface="Microsoft YaHei"/>
                <a:ea typeface="Microsoft YaHei"/>
              </a:rPr>
              <a:t>过</a:t>
            </a:r>
            <a:r>
              <a:rPr sz="2050" b="1" spc="-115">
                <a:solidFill>
                  <a:srgbClr val="F51012"/>
                </a:solidFill>
                <a:latin typeface="Microsoft YaHei"/>
                <a:ea typeface="Microsoft YaHei"/>
              </a:rPr>
              <a:t>程</a:t>
            </a:r>
          </a:p>
        </p:txBody>
      </p:sp>
      <p:sp>
        <p:nvSpPr>
          <p:cNvPr id="23" name="source_text_04_003"/>
          <p:cNvSpPr txBox="1"/>
          <p:nvPr/>
        </p:nvSpPr>
        <p:spPr>
          <a:xfrm>
            <a:off x="1443789" y="1650292"/>
            <a:ext cx="1268784" cy="324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0" b="1" spc="0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r>
              <a:rPr sz="2130" b="1" spc="0">
                <a:solidFill>
                  <a:srgbClr val="FFFFFF"/>
                </a:solidFill>
                <a:latin typeface="Microsoft YaHei"/>
                <a:ea typeface="Microsoft YaHei"/>
              </a:rPr>
              <a:t>体</a:t>
            </a:r>
            <a:r>
              <a:rPr sz="2130" b="1" spc="0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  <a:r>
              <a:rPr sz="2130" b="1" spc="0">
                <a:solidFill>
                  <a:srgbClr val="FFFFFF"/>
                </a:solidFill>
                <a:latin typeface="Microsoft YaHei"/>
                <a:ea typeface="Microsoft YaHei"/>
              </a:rPr>
              <a:t>面</a:t>
            </a:r>
          </a:p>
        </p:txBody>
      </p:sp>
      <p:sp>
        <p:nvSpPr>
          <p:cNvPr id="24" name="source_text_04_004"/>
          <p:cNvSpPr txBox="1"/>
          <p:nvPr/>
        </p:nvSpPr>
        <p:spPr>
          <a:xfrm>
            <a:off x="5527234" y="1650789"/>
            <a:ext cx="1261492" cy="321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spc="0">
                <a:solidFill>
                  <a:srgbClr val="FFFFFF"/>
                </a:solidFill>
                <a:latin typeface="Microsoft YaHei"/>
                <a:ea typeface="Microsoft YaHei"/>
              </a:rPr>
              <a:t>群</a:t>
            </a:r>
            <a:r>
              <a:rPr sz="2109" b="1" spc="0">
                <a:solidFill>
                  <a:srgbClr val="FFFFFF"/>
                </a:solidFill>
                <a:latin typeface="Microsoft YaHei"/>
                <a:ea typeface="Microsoft YaHei"/>
              </a:rPr>
              <a:t>落</a:t>
            </a:r>
            <a:r>
              <a:rPr sz="2109" b="1" spc="0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  <a:r>
              <a:rPr sz="2109" b="1" spc="0">
                <a:solidFill>
                  <a:srgbClr val="FFFFFF"/>
                </a:solidFill>
                <a:latin typeface="Microsoft YaHei"/>
                <a:ea typeface="Microsoft YaHei"/>
              </a:rPr>
              <a:t>面</a:t>
            </a:r>
          </a:p>
        </p:txBody>
      </p:sp>
      <p:sp>
        <p:nvSpPr>
          <p:cNvPr id="25" name="source_text_04_005"/>
          <p:cNvSpPr txBox="1"/>
          <p:nvPr/>
        </p:nvSpPr>
        <p:spPr>
          <a:xfrm>
            <a:off x="9355464" y="1650789"/>
            <a:ext cx="1764631" cy="321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spc="-10">
                <a:solidFill>
                  <a:srgbClr val="FFFFFF"/>
                </a:solidFill>
                <a:latin typeface="Microsoft YaHei"/>
                <a:ea typeface="Microsoft YaHei"/>
              </a:rPr>
              <a:t>生</a:t>
            </a:r>
            <a:r>
              <a:rPr sz="2109" b="1" spc="-10">
                <a:solidFill>
                  <a:srgbClr val="FFFFFF"/>
                </a:solidFill>
                <a:latin typeface="Microsoft YaHei"/>
                <a:ea typeface="Microsoft YaHei"/>
              </a:rPr>
              <a:t>态</a:t>
            </a:r>
            <a:r>
              <a:rPr sz="2109" b="1" spc="-10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2109" b="1" spc="-10">
                <a:solidFill>
                  <a:srgbClr val="FFFFFF"/>
                </a:solidFill>
                <a:latin typeface="Microsoft YaHei"/>
                <a:ea typeface="Microsoft YaHei"/>
              </a:rPr>
              <a:t>统</a:t>
            </a:r>
            <a:r>
              <a:rPr sz="2109" b="1" spc="-10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  <a:r>
              <a:rPr sz="2109" b="1" spc="-10">
                <a:solidFill>
                  <a:srgbClr val="FFFFFF"/>
                </a:solidFill>
                <a:latin typeface="Microsoft YaHei"/>
                <a:ea typeface="Microsoft YaHei"/>
              </a:rPr>
              <a:t>面</a:t>
            </a:r>
          </a:p>
        </p:txBody>
      </p:sp>
      <p:sp>
        <p:nvSpPr>
          <p:cNvPr id="26" name="source_text_04_006"/>
          <p:cNvSpPr txBox="1"/>
          <p:nvPr/>
        </p:nvSpPr>
        <p:spPr>
          <a:xfrm>
            <a:off x="1035444" y="2173868"/>
            <a:ext cx="2034430" cy="2857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形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态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·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生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理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·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物</a:t>
            </a:r>
            <a:r>
              <a:rPr sz="1874" b="1" spc="230">
                <a:solidFill>
                  <a:srgbClr val="126F4E"/>
                </a:solidFill>
                <a:latin typeface="Microsoft YaHei"/>
                <a:ea typeface="Microsoft YaHei"/>
              </a:rPr>
              <a:t>候</a:t>
            </a:r>
          </a:p>
        </p:txBody>
      </p:sp>
      <p:sp>
        <p:nvSpPr>
          <p:cNvPr id="27" name="source_text_04_007"/>
          <p:cNvSpPr txBox="1"/>
          <p:nvPr/>
        </p:nvSpPr>
        <p:spPr>
          <a:xfrm>
            <a:off x="5038679" y="2173868"/>
            <a:ext cx="2238602" cy="2857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环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境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过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滤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·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物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种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共</a:t>
            </a:r>
            <a:r>
              <a:rPr sz="1874" b="1" spc="48">
                <a:solidFill>
                  <a:srgbClr val="167150"/>
                </a:solidFill>
                <a:latin typeface="Microsoft YaHei"/>
                <a:ea typeface="Microsoft YaHei"/>
              </a:rPr>
              <a:t>存</a:t>
            </a:r>
          </a:p>
        </p:txBody>
      </p:sp>
      <p:sp>
        <p:nvSpPr>
          <p:cNvPr id="28" name="source_text_04_008"/>
          <p:cNvSpPr txBox="1"/>
          <p:nvPr/>
        </p:nvSpPr>
        <p:spPr>
          <a:xfrm>
            <a:off x="9129416" y="2174301"/>
            <a:ext cx="2245894" cy="2828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生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产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力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·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循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环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·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扰</a:t>
            </a:r>
            <a:r>
              <a:rPr sz="1855" b="1" spc="222">
                <a:solidFill>
                  <a:srgbClr val="126F4F"/>
                </a:solidFill>
                <a:latin typeface="Microsoft YaHei"/>
                <a:ea typeface="Microsoft YaHei"/>
              </a:rPr>
              <a:t>动</a:t>
            </a:r>
          </a:p>
        </p:txBody>
      </p:sp>
      <p:sp>
        <p:nvSpPr>
          <p:cNvPr id="29" name="source_text_04_009"/>
          <p:cNvSpPr txBox="1"/>
          <p:nvPr/>
        </p:nvSpPr>
        <p:spPr>
          <a:xfrm>
            <a:off x="9479425" y="2906146"/>
            <a:ext cx="714602" cy="216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spc="-115">
                <a:solidFill>
                  <a:srgbClr val="24775A"/>
                </a:solidFill>
                <a:latin typeface="Microsoft YaHei"/>
                <a:ea typeface="Microsoft YaHei"/>
              </a:rPr>
              <a:t>生</a:t>
            </a:r>
            <a:r>
              <a:rPr sz="1420" b="0" spc="-115">
                <a:solidFill>
                  <a:srgbClr val="24775A"/>
                </a:solidFill>
                <a:latin typeface="Microsoft YaHei"/>
                <a:ea typeface="Microsoft YaHei"/>
              </a:rPr>
              <a:t>产</a:t>
            </a:r>
            <a:r>
              <a:rPr sz="1420" b="0" spc="-115">
                <a:solidFill>
                  <a:srgbClr val="24775A"/>
                </a:solidFill>
                <a:latin typeface="Microsoft YaHei"/>
                <a:ea typeface="Microsoft YaHei"/>
              </a:rPr>
              <a:t>力</a:t>
            </a:r>
          </a:p>
        </p:txBody>
      </p:sp>
      <p:sp>
        <p:nvSpPr>
          <p:cNvPr id="30" name="source_text_04_010"/>
          <p:cNvSpPr txBox="1"/>
          <p:nvPr/>
        </p:nvSpPr>
        <p:spPr>
          <a:xfrm>
            <a:off x="11477397" y="3489496"/>
            <a:ext cx="539598" cy="216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spc="-115">
                <a:solidFill>
                  <a:srgbClr val="257759"/>
                </a:solidFill>
                <a:latin typeface="Microsoft YaHei"/>
                <a:ea typeface="Microsoft YaHei"/>
              </a:rPr>
              <a:t>扰</a:t>
            </a:r>
            <a:r>
              <a:rPr sz="1420" b="0" spc="-115">
                <a:solidFill>
                  <a:srgbClr val="257759"/>
                </a:solidFill>
                <a:latin typeface="Microsoft YaHei"/>
                <a:ea typeface="Microsoft YaHei"/>
              </a:rPr>
              <a:t>动</a:t>
            </a:r>
          </a:p>
        </p:txBody>
      </p:sp>
      <p:sp>
        <p:nvSpPr>
          <p:cNvPr id="31" name="source_text_04_011"/>
          <p:cNvSpPr txBox="1"/>
          <p:nvPr/>
        </p:nvSpPr>
        <p:spPr>
          <a:xfrm>
            <a:off x="10420076" y="3839167"/>
            <a:ext cx="539598" cy="218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5" b="0" spc="-86">
                <a:solidFill>
                  <a:srgbClr val="257456"/>
                </a:solidFill>
                <a:latin typeface="Microsoft YaHei"/>
                <a:ea typeface="Microsoft YaHei"/>
              </a:rPr>
              <a:t>循</a:t>
            </a:r>
            <a:r>
              <a:rPr sz="1435" b="0" spc="-86">
                <a:solidFill>
                  <a:srgbClr val="257456"/>
                </a:solidFill>
                <a:latin typeface="Microsoft YaHei"/>
                <a:ea typeface="Microsoft YaHei"/>
              </a:rPr>
              <a:t>环</a:t>
            </a:r>
          </a:p>
        </p:txBody>
      </p:sp>
      <p:sp>
        <p:nvSpPr>
          <p:cNvPr id="32" name="source_text_04_012"/>
          <p:cNvSpPr txBox="1"/>
          <p:nvPr/>
        </p:nvSpPr>
        <p:spPr>
          <a:xfrm>
            <a:off x="1939636" y="5836766"/>
            <a:ext cx="8225224" cy="4642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46" b="1" spc="-159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sz="3046" b="1" spc="-159">
                <a:solidFill>
                  <a:srgbClr val="FFFFFF"/>
                </a:solidFill>
                <a:latin typeface="Microsoft YaHei"/>
                <a:ea typeface="Microsoft YaHei"/>
              </a:rPr>
              <a:t>“</a:t>
            </a:r>
            <a:r>
              <a:rPr sz="3046" b="1" spc="-159">
                <a:solidFill>
                  <a:srgbClr val="F76056"/>
                </a:solidFill>
                <a:latin typeface="Microsoft YaHei"/>
                <a:ea typeface="Microsoft YaHei"/>
              </a:rPr>
              <a:t>物</a:t>
            </a:r>
            <a:r>
              <a:rPr sz="3046" b="1" spc="-159">
                <a:solidFill>
                  <a:srgbClr val="F75E57"/>
                </a:solidFill>
                <a:latin typeface="Microsoft YaHei"/>
                <a:ea typeface="Microsoft YaHei"/>
              </a:rPr>
              <a:t>种</a:t>
            </a:r>
            <a:r>
              <a:rPr sz="3046" b="1" spc="-159">
                <a:solidFill>
                  <a:srgbClr val="F75E55"/>
                </a:solidFill>
                <a:latin typeface="Microsoft YaHei"/>
                <a:ea typeface="Microsoft YaHei"/>
              </a:rPr>
              <a:t>是</a:t>
            </a:r>
            <a:r>
              <a:rPr sz="3046" b="1" spc="-159">
                <a:solidFill>
                  <a:srgbClr val="F85C54"/>
                </a:solidFill>
                <a:latin typeface="Microsoft YaHei"/>
                <a:ea typeface="Microsoft YaHei"/>
              </a:rPr>
              <a:t>谁</a:t>
            </a:r>
            <a:r>
              <a:rPr sz="3046" b="1" spc="-159">
                <a:solidFill>
                  <a:srgbClr val="F85D53"/>
                </a:solidFill>
                <a:latin typeface="Microsoft YaHei"/>
                <a:ea typeface="Microsoft YaHei"/>
              </a:rPr>
              <a:t>”</a:t>
            </a:r>
            <a:r>
              <a:rPr sz="3046" b="1" spc="-159">
                <a:solidFill>
                  <a:srgbClr val="FFFFFF"/>
                </a:solidFill>
                <a:latin typeface="Microsoft YaHei"/>
                <a:ea typeface="Microsoft YaHei"/>
              </a:rPr>
              <a:t>推</a:t>
            </a:r>
            <a:r>
              <a:rPr sz="3046" b="1" spc="-159">
                <a:solidFill>
                  <a:srgbClr val="FFFFFF"/>
                </a:solidFill>
                <a:latin typeface="Microsoft YaHei"/>
                <a:ea typeface="Microsoft YaHei"/>
              </a:rPr>
              <a:t>进</a:t>
            </a:r>
            <a:r>
              <a:rPr sz="3046" b="1" spc="-159">
                <a:solidFill>
                  <a:srgbClr val="FFFFFF"/>
                </a:solidFill>
                <a:latin typeface="Microsoft YaHei"/>
                <a:ea typeface="Microsoft YaHei"/>
              </a:rPr>
              <a:t>到</a:t>
            </a:r>
            <a:r>
              <a:rPr sz="3046" b="1" spc="-159">
                <a:solidFill>
                  <a:srgbClr val="FFFFFF"/>
                </a:solidFill>
                <a:latin typeface="Microsoft YaHei"/>
                <a:ea typeface="Microsoft YaHei"/>
              </a:rPr>
              <a:t>“</a:t>
            </a:r>
            <a:r>
              <a:rPr sz="3046" b="1" spc="-159">
                <a:solidFill>
                  <a:srgbClr val="F55E55"/>
                </a:solidFill>
                <a:latin typeface="Microsoft YaHei"/>
                <a:ea typeface="Microsoft YaHei"/>
              </a:rPr>
              <a:t>性</a:t>
            </a:r>
            <a:r>
              <a:rPr sz="3046" b="1" spc="-159">
                <a:solidFill>
                  <a:srgbClr val="F85C53"/>
                </a:solidFill>
                <a:latin typeface="Microsoft YaHei"/>
                <a:ea typeface="Microsoft YaHei"/>
              </a:rPr>
              <a:t>状</a:t>
            </a:r>
            <a:r>
              <a:rPr sz="3046" b="1" spc="-159">
                <a:solidFill>
                  <a:srgbClr val="F75E55"/>
                </a:solidFill>
                <a:latin typeface="Microsoft YaHei"/>
                <a:ea typeface="Microsoft YaHei"/>
              </a:rPr>
              <a:t>如</a:t>
            </a:r>
            <a:r>
              <a:rPr sz="3046" b="1" spc="-159">
                <a:solidFill>
                  <a:srgbClr val="F65B53"/>
                </a:solidFill>
                <a:latin typeface="Microsoft YaHei"/>
                <a:ea typeface="Microsoft YaHei"/>
              </a:rPr>
              <a:t>何</a:t>
            </a:r>
            <a:r>
              <a:rPr sz="3046" b="1" spc="-159">
                <a:solidFill>
                  <a:srgbClr val="F65E56"/>
                </a:solidFill>
                <a:latin typeface="Microsoft YaHei"/>
                <a:ea typeface="Microsoft YaHei"/>
              </a:rPr>
              <a:t>产</a:t>
            </a:r>
            <a:r>
              <a:rPr sz="3046" b="1" spc="-159">
                <a:solidFill>
                  <a:srgbClr val="F85E56"/>
                </a:solidFill>
                <a:latin typeface="Microsoft YaHei"/>
                <a:ea typeface="Microsoft YaHei"/>
              </a:rPr>
              <a:t>生</a:t>
            </a:r>
            <a:r>
              <a:rPr sz="3046" b="1" spc="-159">
                <a:solidFill>
                  <a:srgbClr val="F95E56"/>
                </a:solidFill>
                <a:latin typeface="Microsoft YaHei"/>
                <a:ea typeface="Microsoft YaHei"/>
              </a:rPr>
              <a:t>生</a:t>
            </a:r>
            <a:r>
              <a:rPr sz="3046" b="1" spc="-159">
                <a:solidFill>
                  <a:srgbClr val="F95E56"/>
                </a:solidFill>
                <a:latin typeface="Microsoft YaHei"/>
                <a:ea typeface="Microsoft YaHei"/>
              </a:rPr>
              <a:t>态</a:t>
            </a:r>
            <a:r>
              <a:rPr sz="3046" b="1" spc="-159">
                <a:solidFill>
                  <a:srgbClr val="F65E56"/>
                </a:solidFill>
                <a:latin typeface="Microsoft YaHei"/>
                <a:ea typeface="Microsoft YaHei"/>
              </a:rPr>
              <a:t>后</a:t>
            </a:r>
            <a:r>
              <a:rPr sz="3046" b="1" spc="-159">
                <a:solidFill>
                  <a:srgbClr val="F75E56"/>
                </a:solidFill>
                <a:latin typeface="Microsoft YaHei"/>
                <a:ea typeface="Microsoft YaHei"/>
              </a:rPr>
              <a:t>果</a:t>
            </a:r>
            <a:r>
              <a:rPr sz="3046" b="1" spc="-159">
                <a:solidFill>
                  <a:srgbClr val="F95D53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33" name="source_text_04_013"/>
          <p:cNvSpPr txBox="1"/>
          <p:nvPr/>
        </p:nvSpPr>
        <p:spPr>
          <a:xfrm>
            <a:off x="9202334" y="6479210"/>
            <a:ext cx="2814660" cy="167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V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i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o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l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l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e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e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t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a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l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.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2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0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0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7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;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L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a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v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o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r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e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l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&amp;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G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a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r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n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i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e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r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2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0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0</a:t>
            </a:r>
            <a:r>
              <a:rPr sz="1099" b="0" spc="55">
                <a:solidFill>
                  <a:srgbClr val="555556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1674" y="831272"/>
            <a:ext cx="6096000" cy="2275062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1674" y="3208421"/>
            <a:ext cx="6096000" cy="2253186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1674" y="5556401"/>
            <a:ext cx="6096000" cy="619808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6220" y="831272"/>
            <a:ext cx="5395980" cy="5344937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2928" y="1421913"/>
            <a:ext cx="5818909" cy="386468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2928" y="3777186"/>
            <a:ext cx="5818909" cy="415636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heading_texture_0" descr="05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8" y="911483"/>
            <a:ext cx="5818909" cy="437511"/>
          </a:xfrm>
          <a:prstGeom prst="rect">
            <a:avLst/>
          </a:prstGeom>
        </p:spPr>
      </p:pic>
      <p:pic>
        <p:nvPicPr>
          <p:cNvPr id="9" name="heading_texture_1" descr="05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28" y="3266755"/>
            <a:ext cx="5818909" cy="452095"/>
          </a:xfrm>
          <a:prstGeom prst="rect">
            <a:avLst/>
          </a:prstGeom>
        </p:spPr>
      </p:pic>
      <p:pic>
        <p:nvPicPr>
          <p:cNvPr id="10" name="header_texture" descr="05_header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9186"/>
          </a:xfrm>
          <a:prstGeom prst="rect">
            <a:avLst/>
          </a:prstGeom>
        </p:spPr>
      </p:pic>
      <p:pic>
        <p:nvPicPr>
          <p:cNvPr id="11" name="takeaway_texture" descr="05_takeaway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04" y="6271004"/>
            <a:ext cx="11849282" cy="488555"/>
          </a:xfrm>
          <a:prstGeom prst="rect">
            <a:avLst/>
          </a:prstGeom>
        </p:spPr>
      </p:pic>
      <p:pic>
        <p:nvPicPr>
          <p:cNvPr id="12" name="fast_leaves" descr="05_fast_lea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28" y="1932344"/>
            <a:ext cx="5833492" cy="1173990"/>
          </a:xfrm>
          <a:prstGeom prst="rect">
            <a:avLst/>
          </a:prstGeom>
        </p:spPr>
      </p:pic>
      <p:pic>
        <p:nvPicPr>
          <p:cNvPr id="13" name="slow_leaves" descr="05_slow_leav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28" y="4229282"/>
            <a:ext cx="5833492" cy="1181282"/>
          </a:xfrm>
          <a:prstGeom prst="rect">
            <a:avLst/>
          </a:prstGeom>
        </p:spPr>
      </p:pic>
      <p:pic>
        <p:nvPicPr>
          <p:cNvPr id="14" name="original_scientific_figure_wright_2004_fig1.jpg" descr="wright_2004_fig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9688" y="896899"/>
            <a:ext cx="2724890" cy="4936593"/>
          </a:xfrm>
          <a:prstGeom prst="rect">
            <a:avLst/>
          </a:prstGeom>
        </p:spPr>
      </p:pic>
      <p:sp>
        <p:nvSpPr>
          <p:cNvPr id="15" name="source_text_05_000"/>
          <p:cNvSpPr txBox="1"/>
          <p:nvPr/>
        </p:nvSpPr>
        <p:spPr>
          <a:xfrm>
            <a:off x="2493818" y="149111"/>
            <a:ext cx="7350200" cy="4642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叶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经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济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谱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资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获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取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保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存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快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慢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权</a:t>
            </a:r>
            <a:r>
              <a:rPr sz="3046" b="1" spc="108">
                <a:solidFill>
                  <a:srgbClr val="FFFFFF"/>
                </a:solidFill>
                <a:latin typeface="Microsoft YaHei"/>
                <a:ea typeface="Microsoft YaHei"/>
              </a:rPr>
              <a:t>衡</a:t>
            </a:r>
          </a:p>
        </p:txBody>
      </p:sp>
      <p:sp>
        <p:nvSpPr>
          <p:cNvPr id="16" name="source_text_05_001"/>
          <p:cNvSpPr txBox="1"/>
          <p:nvPr/>
        </p:nvSpPr>
        <p:spPr>
          <a:xfrm>
            <a:off x="634392" y="928923"/>
            <a:ext cx="1458373" cy="3698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26" b="1" spc="129">
                <a:solidFill>
                  <a:srgbClr val="FFFFFF"/>
                </a:solidFill>
                <a:latin typeface="Microsoft YaHei"/>
                <a:ea typeface="Microsoft YaHei"/>
              </a:rPr>
              <a:t>快</a:t>
            </a:r>
            <a:r>
              <a:rPr sz="2426" b="1" spc="129">
                <a:solidFill>
                  <a:srgbClr val="FFFFFF"/>
                </a:solidFill>
                <a:latin typeface="Microsoft YaHei"/>
                <a:ea typeface="Microsoft YaHei"/>
              </a:rPr>
              <a:t>速</a:t>
            </a:r>
            <a:r>
              <a:rPr sz="2426" b="1" spc="129">
                <a:solidFill>
                  <a:srgbClr val="FFFFFF"/>
                </a:solidFill>
                <a:latin typeface="Microsoft YaHei"/>
                <a:ea typeface="Microsoft YaHei"/>
              </a:rPr>
              <a:t>获</a:t>
            </a:r>
            <a:r>
              <a:rPr sz="2426" b="1" spc="129">
                <a:solidFill>
                  <a:srgbClr val="FFFFFF"/>
                </a:solidFill>
                <a:latin typeface="Microsoft YaHei"/>
                <a:ea typeface="Microsoft YaHei"/>
              </a:rPr>
              <a:t>取</a:t>
            </a:r>
          </a:p>
        </p:txBody>
      </p:sp>
      <p:sp>
        <p:nvSpPr>
          <p:cNvPr id="17" name="source_text_05_004"/>
          <p:cNvSpPr txBox="1"/>
          <p:nvPr/>
        </p:nvSpPr>
        <p:spPr>
          <a:xfrm>
            <a:off x="583349" y="1439325"/>
            <a:ext cx="3150086" cy="321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spc="26">
                <a:solidFill>
                  <a:srgbClr val="C30909"/>
                </a:solidFill>
                <a:latin typeface="Microsoft YaHei"/>
                <a:ea typeface="Microsoft YaHei"/>
              </a:rPr>
              <a:t>低</a:t>
            </a:r>
            <a:r>
              <a:rPr sz="2109" b="1" spc="26">
                <a:solidFill>
                  <a:srgbClr val="C60909"/>
                </a:solidFill>
                <a:latin typeface="Microsoft YaHei"/>
                <a:ea typeface="Microsoft YaHei"/>
              </a:rPr>
              <a:t>成</a:t>
            </a:r>
            <a:r>
              <a:rPr sz="2109" b="1" spc="26">
                <a:solidFill>
                  <a:srgbClr val="C10707"/>
                </a:solidFill>
                <a:latin typeface="Microsoft YaHei"/>
                <a:ea typeface="Microsoft YaHei"/>
              </a:rPr>
              <a:t>本</a:t>
            </a:r>
            <a:r>
              <a:rPr sz="2109" b="1" spc="26">
                <a:solidFill>
                  <a:srgbClr val="C50F0F"/>
                </a:solidFill>
                <a:latin typeface="Microsoft YaHei"/>
                <a:ea typeface="Microsoft YaHei"/>
              </a:rPr>
              <a:t>、</a:t>
            </a:r>
            <a:r>
              <a:rPr sz="2109" b="1" spc="26">
                <a:solidFill>
                  <a:srgbClr val="C00B0A"/>
                </a:solidFill>
                <a:latin typeface="Microsoft YaHei"/>
                <a:ea typeface="Microsoft YaHei"/>
              </a:rPr>
              <a:t>短</a:t>
            </a:r>
            <a:r>
              <a:rPr sz="2109" b="1" spc="26">
                <a:solidFill>
                  <a:srgbClr val="C30B0C"/>
                </a:solidFill>
                <a:latin typeface="Microsoft YaHei"/>
                <a:ea typeface="Microsoft YaHei"/>
              </a:rPr>
              <a:t>寿</a:t>
            </a:r>
            <a:r>
              <a:rPr sz="2109" b="1" spc="26">
                <a:solidFill>
                  <a:srgbClr val="BE0A09"/>
                </a:solidFill>
                <a:latin typeface="Microsoft YaHei"/>
                <a:ea typeface="Microsoft YaHei"/>
              </a:rPr>
              <a:t>命</a:t>
            </a:r>
            <a:r>
              <a:rPr sz="2109" b="1" spc="26">
                <a:solidFill>
                  <a:srgbClr val="BF0C0F"/>
                </a:solidFill>
                <a:latin typeface="Microsoft YaHei"/>
                <a:ea typeface="Microsoft YaHei"/>
              </a:rPr>
              <a:t>、</a:t>
            </a:r>
            <a:r>
              <a:rPr sz="2109" b="1" spc="26">
                <a:solidFill>
                  <a:srgbClr val="C50909"/>
                </a:solidFill>
                <a:latin typeface="Microsoft YaHei"/>
                <a:ea typeface="Microsoft YaHei"/>
              </a:rPr>
              <a:t>高</a:t>
            </a:r>
            <a:r>
              <a:rPr sz="2109" b="1" spc="26">
                <a:solidFill>
                  <a:srgbClr val="C30A08"/>
                </a:solidFill>
                <a:latin typeface="Microsoft YaHei"/>
                <a:ea typeface="Microsoft YaHei"/>
              </a:rPr>
              <a:t>回</a:t>
            </a:r>
            <a:r>
              <a:rPr sz="2109" b="1" spc="26">
                <a:solidFill>
                  <a:srgbClr val="C3090A"/>
                </a:solidFill>
                <a:latin typeface="Microsoft YaHei"/>
                <a:ea typeface="Microsoft YaHei"/>
              </a:rPr>
              <a:t>报</a:t>
            </a:r>
          </a:p>
        </p:txBody>
      </p:sp>
      <p:sp>
        <p:nvSpPr>
          <p:cNvPr id="18" name="source_text_05_017"/>
          <p:cNvSpPr txBox="1"/>
          <p:nvPr/>
        </p:nvSpPr>
        <p:spPr>
          <a:xfrm>
            <a:off x="627100" y="3284762"/>
            <a:ext cx="1458373" cy="366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2" b="1" spc="129">
                <a:solidFill>
                  <a:srgbClr val="FFFFFF"/>
                </a:solidFill>
                <a:latin typeface="Microsoft YaHei"/>
                <a:ea typeface="Microsoft YaHei"/>
              </a:rPr>
              <a:t>保</a:t>
            </a:r>
            <a:r>
              <a:rPr sz="2402" b="1" spc="129">
                <a:solidFill>
                  <a:srgbClr val="FFFFFF"/>
                </a:solidFill>
                <a:latin typeface="Microsoft YaHei"/>
                <a:ea typeface="Microsoft YaHei"/>
              </a:rPr>
              <a:t>守</a:t>
            </a:r>
            <a:r>
              <a:rPr sz="2402" b="1" spc="129">
                <a:solidFill>
                  <a:srgbClr val="FFFFFF"/>
                </a:solidFill>
                <a:latin typeface="Microsoft YaHei"/>
                <a:ea typeface="Microsoft YaHei"/>
              </a:rPr>
              <a:t>保</a:t>
            </a:r>
            <a:r>
              <a:rPr sz="2402" b="1" spc="129">
                <a:solidFill>
                  <a:srgbClr val="FFFFFF"/>
                </a:solidFill>
                <a:latin typeface="Microsoft YaHei"/>
                <a:ea typeface="Microsoft YaHei"/>
              </a:rPr>
              <a:t>存</a:t>
            </a:r>
          </a:p>
        </p:txBody>
      </p:sp>
      <p:sp>
        <p:nvSpPr>
          <p:cNvPr id="19" name="source_text_05_020"/>
          <p:cNvSpPr txBox="1"/>
          <p:nvPr/>
        </p:nvSpPr>
        <p:spPr>
          <a:xfrm>
            <a:off x="568765" y="3800550"/>
            <a:ext cx="3179253" cy="330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7" b="1" spc="-10">
                <a:solidFill>
                  <a:srgbClr val="C50A09"/>
                </a:solidFill>
                <a:latin typeface="Microsoft YaHei"/>
                <a:ea typeface="Microsoft YaHei"/>
              </a:rPr>
              <a:t>高</a:t>
            </a:r>
            <a:r>
              <a:rPr sz="2167" b="1" spc="-10">
                <a:solidFill>
                  <a:srgbClr val="C20B0A"/>
                </a:solidFill>
                <a:latin typeface="Microsoft YaHei"/>
                <a:ea typeface="Microsoft YaHei"/>
              </a:rPr>
              <a:t>投</a:t>
            </a:r>
            <a:r>
              <a:rPr sz="2167" b="1" spc="-10">
                <a:solidFill>
                  <a:srgbClr val="C30D0D"/>
                </a:solidFill>
                <a:latin typeface="Microsoft YaHei"/>
                <a:ea typeface="Microsoft YaHei"/>
              </a:rPr>
              <a:t>资</a:t>
            </a:r>
            <a:r>
              <a:rPr sz="2167" b="1" spc="-10">
                <a:solidFill>
                  <a:srgbClr val="C90F0E"/>
                </a:solidFill>
                <a:latin typeface="Microsoft YaHei"/>
                <a:ea typeface="Microsoft YaHei"/>
              </a:rPr>
              <a:t>、</a:t>
            </a:r>
            <a:r>
              <a:rPr sz="2167" b="1" spc="-10">
                <a:solidFill>
                  <a:srgbClr val="C10A08"/>
                </a:solidFill>
                <a:latin typeface="Microsoft YaHei"/>
                <a:ea typeface="Microsoft YaHei"/>
              </a:rPr>
              <a:t>长</a:t>
            </a:r>
            <a:r>
              <a:rPr sz="2167" b="1" spc="-10">
                <a:solidFill>
                  <a:srgbClr val="C20B09"/>
                </a:solidFill>
                <a:latin typeface="Microsoft YaHei"/>
                <a:ea typeface="Microsoft YaHei"/>
              </a:rPr>
              <a:t>寿</a:t>
            </a:r>
            <a:r>
              <a:rPr sz="2167" b="1" spc="-10">
                <a:solidFill>
                  <a:srgbClr val="C00A0A"/>
                </a:solidFill>
                <a:latin typeface="Microsoft YaHei"/>
                <a:ea typeface="Microsoft YaHei"/>
              </a:rPr>
              <a:t>命</a:t>
            </a:r>
            <a:r>
              <a:rPr sz="2167" b="1" spc="-10">
                <a:solidFill>
                  <a:srgbClr val="C4100F"/>
                </a:solidFill>
                <a:latin typeface="Microsoft YaHei"/>
                <a:ea typeface="Microsoft YaHei"/>
              </a:rPr>
              <a:t>、</a:t>
            </a:r>
            <a:r>
              <a:rPr sz="2167" b="1" spc="-10">
                <a:solidFill>
                  <a:srgbClr val="C80908"/>
                </a:solidFill>
                <a:latin typeface="Microsoft YaHei"/>
                <a:ea typeface="Microsoft YaHei"/>
              </a:rPr>
              <a:t>慢</a:t>
            </a:r>
            <a:r>
              <a:rPr sz="2167" b="1" spc="-10">
                <a:solidFill>
                  <a:srgbClr val="C00908"/>
                </a:solidFill>
                <a:latin typeface="Microsoft YaHei"/>
                <a:ea typeface="Microsoft YaHei"/>
              </a:rPr>
              <a:t>回</a:t>
            </a:r>
            <a:r>
              <a:rPr sz="2167" b="1" spc="-10">
                <a:solidFill>
                  <a:srgbClr val="C70A0A"/>
                </a:solidFill>
                <a:latin typeface="Microsoft YaHei"/>
                <a:ea typeface="Microsoft YaHei"/>
              </a:rPr>
              <a:t>报</a:t>
            </a:r>
          </a:p>
        </p:txBody>
      </p:sp>
      <p:sp>
        <p:nvSpPr>
          <p:cNvPr id="20" name="source_text_05_048"/>
          <p:cNvSpPr txBox="1"/>
          <p:nvPr/>
        </p:nvSpPr>
        <p:spPr>
          <a:xfrm>
            <a:off x="1626086" y="5654618"/>
            <a:ext cx="3580306" cy="366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2" b="1" spc="12">
                <a:solidFill>
                  <a:srgbClr val="C0090A"/>
                </a:solidFill>
                <a:latin typeface="Microsoft YaHei"/>
                <a:ea typeface="Microsoft YaHei"/>
              </a:rPr>
              <a:t>2</a:t>
            </a:r>
            <a:r>
              <a:rPr sz="2402" b="1" spc="12">
                <a:solidFill>
                  <a:srgbClr val="C40D0B"/>
                </a:solidFill>
                <a:latin typeface="Microsoft YaHei"/>
                <a:ea typeface="Microsoft YaHei"/>
              </a:rPr>
              <a:t>,</a:t>
            </a:r>
            <a:r>
              <a:rPr sz="2402" b="1" spc="12">
                <a:solidFill>
                  <a:srgbClr val="BF0B0A"/>
                </a:solidFill>
                <a:latin typeface="Microsoft YaHei"/>
                <a:ea typeface="Microsoft YaHei"/>
              </a:rPr>
              <a:t>5</a:t>
            </a:r>
            <a:r>
              <a:rPr sz="2402" b="1" spc="12">
                <a:solidFill>
                  <a:srgbClr val="C30A09"/>
                </a:solidFill>
                <a:latin typeface="Microsoft YaHei"/>
                <a:ea typeface="Microsoft YaHei"/>
              </a:rPr>
              <a:t>4</a:t>
            </a:r>
            <a:r>
              <a:rPr sz="2402" b="1" spc="12">
                <a:solidFill>
                  <a:srgbClr val="C20909"/>
                </a:solidFill>
                <a:latin typeface="Microsoft YaHei"/>
                <a:ea typeface="Microsoft YaHei"/>
              </a:rPr>
              <a:t>8</a:t>
            </a:r>
            <a:r>
              <a:rPr sz="2402" b="1" spc="12">
                <a:solidFill>
                  <a:srgbClr val="C10C0B"/>
                </a:solidFill>
                <a:latin typeface="Microsoft YaHei"/>
                <a:ea typeface="Microsoft YaHei"/>
              </a:rPr>
              <a:t>个</a:t>
            </a:r>
            <a:r>
              <a:rPr sz="2402" b="1" spc="12">
                <a:solidFill>
                  <a:srgbClr val="C60807"/>
                </a:solidFill>
                <a:latin typeface="Microsoft YaHei"/>
                <a:ea typeface="Microsoft YaHei"/>
              </a:rPr>
              <a:t>物</a:t>
            </a:r>
            <a:r>
              <a:rPr sz="2402" b="1" spc="12">
                <a:solidFill>
                  <a:srgbClr val="C70707"/>
                </a:solidFill>
                <a:latin typeface="Microsoft YaHei"/>
                <a:ea typeface="Microsoft YaHei"/>
              </a:rPr>
              <a:t>种</a:t>
            </a:r>
            <a:r>
              <a:rPr sz="2402" b="1" spc="12">
                <a:solidFill>
                  <a:srgbClr val="C30D0E"/>
                </a:solidFill>
                <a:latin typeface="Microsoft YaHei"/>
                <a:ea typeface="Microsoft YaHei"/>
              </a:rPr>
              <a:t>·</a:t>
            </a:r>
            <a:r>
              <a:rPr sz="2402" b="1" spc="12">
                <a:solidFill>
                  <a:srgbClr val="C40606"/>
                </a:solidFill>
                <a:latin typeface="Microsoft YaHei"/>
                <a:ea typeface="Microsoft YaHei"/>
              </a:rPr>
              <a:t>1</a:t>
            </a:r>
            <a:r>
              <a:rPr sz="2402" b="1" spc="12">
                <a:solidFill>
                  <a:srgbClr val="C30B0C"/>
                </a:solidFill>
                <a:latin typeface="Microsoft YaHei"/>
                <a:ea typeface="Microsoft YaHei"/>
              </a:rPr>
              <a:t>7</a:t>
            </a:r>
            <a:r>
              <a:rPr sz="2402" b="1" spc="12">
                <a:solidFill>
                  <a:srgbClr val="C60D0A"/>
                </a:solidFill>
                <a:latin typeface="Microsoft YaHei"/>
                <a:ea typeface="Microsoft YaHei"/>
              </a:rPr>
              <a:t>5</a:t>
            </a:r>
            <a:r>
              <a:rPr sz="2402" b="1" spc="12">
                <a:solidFill>
                  <a:srgbClr val="C40C0C"/>
                </a:solidFill>
                <a:latin typeface="Microsoft YaHei"/>
                <a:ea typeface="Microsoft YaHei"/>
              </a:rPr>
              <a:t>个</a:t>
            </a:r>
            <a:r>
              <a:rPr sz="2402" b="1" spc="12">
                <a:solidFill>
                  <a:srgbClr val="C10707"/>
                </a:solidFill>
                <a:latin typeface="Microsoft YaHei"/>
                <a:ea typeface="Microsoft YaHei"/>
              </a:rPr>
              <a:t>地</a:t>
            </a:r>
            <a:r>
              <a:rPr sz="2402" b="1" spc="12">
                <a:solidFill>
                  <a:srgbClr val="C40909"/>
                </a:solidFill>
                <a:latin typeface="Microsoft YaHei"/>
                <a:ea typeface="Microsoft YaHei"/>
              </a:rPr>
              <a:t>点</a:t>
            </a:r>
          </a:p>
        </p:txBody>
      </p:sp>
      <p:sp>
        <p:nvSpPr>
          <p:cNvPr id="21" name="source_text_05_050"/>
          <p:cNvSpPr txBox="1"/>
          <p:nvPr/>
        </p:nvSpPr>
        <p:spPr>
          <a:xfrm>
            <a:off x="8268976" y="5938743"/>
            <a:ext cx="3696976" cy="1733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原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图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: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W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r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i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g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h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t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 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e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t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 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a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l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.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2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0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0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4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,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F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i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g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.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1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；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N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a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t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u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r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e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 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4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2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8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: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8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2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1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-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8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2</a:t>
            </a:r>
            <a:r>
              <a:rPr sz="1137" b="0" spc="17">
                <a:solidFill>
                  <a:srgbClr val="5D5C5D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2" name="source_text_05_051"/>
          <p:cNvSpPr txBox="1"/>
          <p:nvPr/>
        </p:nvSpPr>
        <p:spPr>
          <a:xfrm>
            <a:off x="2829244" y="6311441"/>
            <a:ext cx="6701224" cy="3623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结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构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化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学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生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理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共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同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落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在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资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投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资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梯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2377" b="1" spc="104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hapter_number_panel" descr="06_chapter_numbe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14660" cy="6861645"/>
          </a:xfrm>
          <a:prstGeom prst="rect">
            <a:avLst/>
          </a:prstGeom>
        </p:spPr>
      </p:pic>
      <p:pic>
        <p:nvPicPr>
          <p:cNvPr id="3" name="rooted_plant_card" descr="06_rooted_plan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660" y="0"/>
            <a:ext cx="9377339" cy="6861645"/>
          </a:xfrm>
          <a:prstGeom prst="rect">
            <a:avLst/>
          </a:prstGeom>
        </p:spPr>
      </p:pic>
      <p:sp>
        <p:nvSpPr>
          <p:cNvPr id="4" name="source_text_06_000"/>
          <p:cNvSpPr txBox="1"/>
          <p:nvPr/>
        </p:nvSpPr>
        <p:spPr>
          <a:xfrm>
            <a:off x="473971" y="1947716"/>
            <a:ext cx="2574028" cy="25541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59" b="0" spc="507">
                <a:solidFill>
                  <a:srgbClr val="FFFFFF"/>
                </a:solidFill>
                <a:latin typeface="Arial Narrow"/>
                <a:ea typeface="Microsoft YaHei"/>
              </a:rPr>
              <a:t>02</a:t>
            </a:r>
          </a:p>
        </p:txBody>
      </p:sp>
      <p:sp>
        <p:nvSpPr>
          <p:cNvPr id="5" name="source_text_06_001"/>
          <p:cNvSpPr txBox="1"/>
          <p:nvPr/>
        </p:nvSpPr>
        <p:spPr>
          <a:xfrm>
            <a:off x="3711559" y="2178614"/>
            <a:ext cx="6088708" cy="9832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地</a:t>
            </a: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上</a:t>
            </a: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—</a:t>
            </a: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地</a:t>
            </a: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下</a:t>
            </a: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机</a:t>
            </a:r>
            <a:r>
              <a:rPr sz="6451" b="1" spc="90">
                <a:solidFill>
                  <a:srgbClr val="0A5F3C"/>
                </a:solidFill>
                <a:latin typeface="Microsoft YaHei"/>
                <a:ea typeface="Microsoft YaHei"/>
              </a:rPr>
              <a:t>制</a:t>
            </a:r>
          </a:p>
        </p:txBody>
      </p:sp>
      <p:sp>
        <p:nvSpPr>
          <p:cNvPr id="6" name="source_text_06_002"/>
          <p:cNvSpPr txBox="1"/>
          <p:nvPr/>
        </p:nvSpPr>
        <p:spPr>
          <a:xfrm>
            <a:off x="3733435" y="3653224"/>
            <a:ext cx="7590832" cy="4375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叶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片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经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济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轴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之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外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，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根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系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与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菌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根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增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加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独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立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维</a:t>
            </a:r>
            <a:r>
              <a:rPr sz="2870" b="0" spc="215">
                <a:solidFill>
                  <a:srgbClr val="147853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7" name="source_text_06_003"/>
          <p:cNvSpPr txBox="1"/>
          <p:nvPr/>
        </p:nvSpPr>
        <p:spPr>
          <a:xfrm>
            <a:off x="3704267" y="4292379"/>
            <a:ext cx="3171961" cy="357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从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功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能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空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间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到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机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制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分</a:t>
            </a:r>
            <a:r>
              <a:rPr sz="2343" b="0" spc="23">
                <a:solidFill>
                  <a:srgbClr val="AAAEAB"/>
                </a:solidFill>
                <a:latin typeface="Microsoft YaHei"/>
                <a:ea typeface="Microsoft YaHei"/>
              </a:rPr>
              <a:t>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1253" y="933358"/>
            <a:ext cx="3317799" cy="2967789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253" y="3988650"/>
            <a:ext cx="3317799" cy="947942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1253" y="5024095"/>
            <a:ext cx="3317799" cy="911483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73014" y="1006277"/>
            <a:ext cx="8495023" cy="4929301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heading_texture_0" descr="07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88" y="991693"/>
            <a:ext cx="3193837" cy="401052"/>
          </a:xfrm>
          <a:prstGeom prst="rect">
            <a:avLst/>
          </a:prstGeom>
        </p:spPr>
      </p:pic>
      <p:pic>
        <p:nvPicPr>
          <p:cNvPr id="7" name="heading_texture_1" descr="07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88" y="4046985"/>
            <a:ext cx="3193837" cy="386468"/>
          </a:xfrm>
          <a:prstGeom prst="rect">
            <a:avLst/>
          </a:prstGeom>
        </p:spPr>
      </p:pic>
      <p:pic>
        <p:nvPicPr>
          <p:cNvPr id="8" name="heading_texture_2" descr="07_heading_text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88" y="5075138"/>
            <a:ext cx="3193837" cy="393760"/>
          </a:xfrm>
          <a:prstGeom prst="rect">
            <a:avLst/>
          </a:prstGeom>
        </p:spPr>
      </p:pic>
      <p:pic>
        <p:nvPicPr>
          <p:cNvPr id="9" name="header_texture" descr="07_header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61" y="102086"/>
            <a:ext cx="11951368" cy="729186"/>
          </a:xfrm>
          <a:prstGeom prst="rect">
            <a:avLst/>
          </a:prstGeom>
        </p:spPr>
      </p:pic>
      <p:pic>
        <p:nvPicPr>
          <p:cNvPr id="10" name="takeaway_texture" descr="07_takeaway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61" y="6052248"/>
            <a:ext cx="11944076" cy="663559"/>
          </a:xfrm>
          <a:prstGeom prst="rect">
            <a:avLst/>
          </a:prstGeom>
        </p:spPr>
      </p:pic>
      <p:pic>
        <p:nvPicPr>
          <p:cNvPr id="11" name="whole_plant" descr="07_whole_pla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296" y="1874009"/>
            <a:ext cx="3157377" cy="1990679"/>
          </a:xfrm>
          <a:prstGeom prst="rect">
            <a:avLst/>
          </a:prstGeom>
        </p:spPr>
      </p:pic>
      <p:pic>
        <p:nvPicPr>
          <p:cNvPr id="12" name="original_scientific_figure_carmona_2021_fig1.png" descr="carmona_2021_fig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5933" y="1558010"/>
            <a:ext cx="8312727" cy="3300820"/>
          </a:xfrm>
          <a:prstGeom prst="rect">
            <a:avLst/>
          </a:prstGeom>
        </p:spPr>
      </p:pic>
      <p:sp>
        <p:nvSpPr>
          <p:cNvPr id="13" name="source_text_07_000"/>
          <p:cNvSpPr txBox="1"/>
          <p:nvPr/>
        </p:nvSpPr>
        <p:spPr>
          <a:xfrm>
            <a:off x="408344" y="206106"/>
            <a:ext cx="8203349" cy="4732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全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球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植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物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空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间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需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要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地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地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下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联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合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视</a:t>
            </a:r>
            <a:r>
              <a:rPr sz="3105" b="1" spc="239">
                <a:solidFill>
                  <a:srgbClr val="FFFFFF"/>
                </a:solidFill>
                <a:latin typeface="Microsoft YaHei"/>
                <a:ea typeface="Microsoft YaHei"/>
              </a:rPr>
              <a:t>角</a:t>
            </a:r>
          </a:p>
        </p:txBody>
      </p:sp>
      <p:sp>
        <p:nvSpPr>
          <p:cNvPr id="14" name="source_text_07_001"/>
          <p:cNvSpPr txBox="1"/>
          <p:nvPr/>
        </p:nvSpPr>
        <p:spPr>
          <a:xfrm>
            <a:off x="350009" y="1054939"/>
            <a:ext cx="1538583" cy="258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9" b="1" spc="67">
                <a:solidFill>
                  <a:srgbClr val="FFFFFF"/>
                </a:solidFill>
                <a:latin typeface="Microsoft YaHei"/>
                <a:ea typeface="Microsoft YaHei"/>
              </a:rPr>
              <a:t>地</a:t>
            </a:r>
            <a:r>
              <a:rPr sz="1699" b="1" spc="67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sz="1699" b="1" spc="67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1699" b="1" spc="67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1699" b="1" spc="67">
                <a:solidFill>
                  <a:srgbClr val="FFFFFF"/>
                </a:solidFill>
                <a:latin typeface="Microsoft YaHei"/>
                <a:ea typeface="Microsoft YaHei"/>
              </a:rPr>
              <a:t>空</a:t>
            </a:r>
            <a:r>
              <a:rPr sz="1699" b="1" spc="67">
                <a:solidFill>
                  <a:srgbClr val="FFFFFF"/>
                </a:solidFill>
                <a:latin typeface="Microsoft YaHei"/>
                <a:ea typeface="Microsoft YaHei"/>
              </a:rPr>
              <a:t>间</a:t>
            </a:r>
          </a:p>
        </p:txBody>
      </p:sp>
      <p:sp>
        <p:nvSpPr>
          <p:cNvPr id="15" name="source_text_07_004"/>
          <p:cNvSpPr txBox="1"/>
          <p:nvPr/>
        </p:nvSpPr>
        <p:spPr>
          <a:xfrm>
            <a:off x="350009" y="1489772"/>
            <a:ext cx="2056306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91">
                <a:solidFill>
                  <a:srgbClr val="333233"/>
                </a:solidFill>
                <a:latin typeface="Microsoft YaHei"/>
                <a:ea typeface="Microsoft YaHei"/>
              </a:rPr>
              <a:t>大</a:t>
            </a:r>
            <a:r>
              <a:rPr sz="1816" b="1" spc="91">
                <a:solidFill>
                  <a:srgbClr val="333233"/>
                </a:solidFill>
                <a:latin typeface="Microsoft YaHei"/>
                <a:ea typeface="Microsoft YaHei"/>
              </a:rPr>
              <a:t>小</a:t>
            </a:r>
            <a:r>
              <a:rPr sz="1816" b="1" spc="91">
                <a:solidFill>
                  <a:srgbClr val="333233"/>
                </a:solidFill>
                <a:latin typeface="Microsoft YaHei"/>
                <a:ea typeface="Microsoft YaHei"/>
              </a:rPr>
              <a:t>轴</a:t>
            </a:r>
            <a:r>
              <a:rPr sz="1816" b="1" spc="91">
                <a:solidFill>
                  <a:srgbClr val="333233"/>
                </a:solidFill>
                <a:latin typeface="Microsoft YaHei"/>
                <a:ea typeface="Microsoft YaHei"/>
              </a:rPr>
              <a:t>+</a:t>
            </a:r>
            <a:r>
              <a:rPr sz="1816" b="1" spc="91">
                <a:solidFill>
                  <a:srgbClr val="FE1612"/>
                </a:solidFill>
                <a:latin typeface="Microsoft YaHei"/>
                <a:ea typeface="Microsoft YaHei"/>
              </a:rPr>
              <a:t>叶</a:t>
            </a:r>
            <a:r>
              <a:rPr sz="1816" b="1" spc="91">
                <a:solidFill>
                  <a:srgbClr val="FD1311"/>
                </a:solidFill>
                <a:latin typeface="Microsoft YaHei"/>
                <a:ea typeface="Microsoft YaHei"/>
              </a:rPr>
              <a:t>经</a:t>
            </a:r>
            <a:r>
              <a:rPr sz="1816" b="1" spc="91">
                <a:solidFill>
                  <a:srgbClr val="FD1A18"/>
                </a:solidFill>
                <a:latin typeface="Microsoft YaHei"/>
                <a:ea typeface="Microsoft YaHei"/>
              </a:rPr>
              <a:t>济</a:t>
            </a:r>
            <a:r>
              <a:rPr sz="1816" b="1" spc="91">
                <a:solidFill>
                  <a:srgbClr val="FD1512"/>
                </a:solidFill>
                <a:latin typeface="Microsoft YaHei"/>
                <a:ea typeface="Microsoft YaHei"/>
              </a:rPr>
              <a:t>轴</a:t>
            </a:r>
          </a:p>
        </p:txBody>
      </p:sp>
      <p:sp>
        <p:nvSpPr>
          <p:cNvPr id="16" name="source_text_07_022"/>
          <p:cNvSpPr txBox="1"/>
          <p:nvPr/>
        </p:nvSpPr>
        <p:spPr>
          <a:xfrm>
            <a:off x="350009" y="4095647"/>
            <a:ext cx="1545875" cy="258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9" b="1" spc="57">
                <a:solidFill>
                  <a:srgbClr val="FFFFFF"/>
                </a:solidFill>
                <a:latin typeface="Microsoft YaHei"/>
                <a:ea typeface="Microsoft YaHei"/>
              </a:rPr>
              <a:t>细</a:t>
            </a:r>
            <a:r>
              <a:rPr sz="1699" b="1" spc="57">
                <a:solidFill>
                  <a:srgbClr val="FFFFFF"/>
                </a:solidFill>
                <a:latin typeface="Microsoft YaHei"/>
                <a:ea typeface="Microsoft YaHei"/>
              </a:rPr>
              <a:t>根</a:t>
            </a:r>
            <a:r>
              <a:rPr sz="1699" b="1" spc="57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1699" b="1" spc="57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1699" b="1" spc="57">
                <a:solidFill>
                  <a:srgbClr val="FFFFFF"/>
                </a:solidFill>
                <a:latin typeface="Microsoft YaHei"/>
                <a:ea typeface="Microsoft YaHei"/>
              </a:rPr>
              <a:t>空</a:t>
            </a:r>
            <a:r>
              <a:rPr sz="1699" b="1" spc="57">
                <a:solidFill>
                  <a:srgbClr val="FFFFFF"/>
                </a:solidFill>
                <a:latin typeface="Microsoft YaHei"/>
                <a:ea typeface="Microsoft YaHei"/>
              </a:rPr>
              <a:t>间</a:t>
            </a:r>
          </a:p>
        </p:txBody>
      </p:sp>
      <p:sp>
        <p:nvSpPr>
          <p:cNvPr id="17" name="source_text_07_024"/>
          <p:cNvSpPr txBox="1"/>
          <p:nvPr/>
        </p:nvSpPr>
        <p:spPr>
          <a:xfrm>
            <a:off x="350009" y="4547743"/>
            <a:ext cx="2289645" cy="258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9" b="0" spc="196">
                <a:solidFill>
                  <a:srgbClr val="2F2F2F"/>
                </a:solidFill>
                <a:latin typeface="Microsoft YaHei"/>
                <a:ea typeface="Microsoft YaHei"/>
              </a:rPr>
              <a:t>保</a:t>
            </a:r>
            <a:r>
              <a:rPr sz="1699" b="0" spc="196">
                <a:solidFill>
                  <a:srgbClr val="2F2F2F"/>
                </a:solidFill>
                <a:latin typeface="Microsoft YaHei"/>
                <a:ea typeface="Microsoft YaHei"/>
              </a:rPr>
              <a:t>守</a:t>
            </a:r>
            <a:r>
              <a:rPr sz="1699" b="0" spc="196">
                <a:solidFill>
                  <a:srgbClr val="2F2F2F"/>
                </a:solidFill>
                <a:latin typeface="Microsoft YaHei"/>
                <a:ea typeface="Microsoft YaHei"/>
              </a:rPr>
              <a:t>梯</a:t>
            </a:r>
            <a:r>
              <a:rPr sz="1699" b="0" spc="196">
                <a:solidFill>
                  <a:srgbClr val="2F2F2F"/>
                </a:solidFill>
                <a:latin typeface="Microsoft YaHei"/>
                <a:ea typeface="Microsoft YaHei"/>
              </a:rPr>
              <a:t>度</a:t>
            </a:r>
            <a:r>
              <a:rPr sz="1699" b="0" spc="196">
                <a:solidFill>
                  <a:srgbClr val="2F2F2F"/>
                </a:solidFill>
                <a:latin typeface="Microsoft YaHei"/>
                <a:ea typeface="Microsoft YaHei"/>
              </a:rPr>
              <a:t>+</a:t>
            </a:r>
            <a:r>
              <a:rPr sz="1699" b="0" spc="196">
                <a:solidFill>
                  <a:srgbClr val="FD1A18"/>
                </a:solidFill>
                <a:latin typeface="Microsoft YaHei"/>
                <a:ea typeface="Microsoft YaHei"/>
              </a:rPr>
              <a:t>协</a:t>
            </a:r>
            <a:r>
              <a:rPr sz="1699" b="0" spc="196">
                <a:solidFill>
                  <a:srgbClr val="FD1818"/>
                </a:solidFill>
                <a:latin typeface="Microsoft YaHei"/>
                <a:ea typeface="Microsoft YaHei"/>
              </a:rPr>
              <a:t>作</a:t>
            </a:r>
            <a:r>
              <a:rPr sz="1699" b="0" spc="196">
                <a:solidFill>
                  <a:srgbClr val="FD1C18"/>
                </a:solidFill>
                <a:latin typeface="Microsoft YaHei"/>
                <a:ea typeface="Microsoft YaHei"/>
              </a:rPr>
              <a:t>梯</a:t>
            </a:r>
            <a:r>
              <a:rPr sz="1699" b="0" spc="196">
                <a:solidFill>
                  <a:srgbClr val="FD1716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18" name="source_text_07_029"/>
          <p:cNvSpPr txBox="1"/>
          <p:nvPr/>
        </p:nvSpPr>
        <p:spPr>
          <a:xfrm>
            <a:off x="357301" y="5131092"/>
            <a:ext cx="1101071" cy="258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99" b="1" spc="43">
                <a:solidFill>
                  <a:srgbClr val="FFFFFF"/>
                </a:solidFill>
                <a:latin typeface="Microsoft YaHei"/>
                <a:ea typeface="Microsoft YaHei"/>
              </a:rPr>
              <a:t>关</a:t>
            </a:r>
            <a:r>
              <a:rPr sz="1699" b="1" spc="43">
                <a:solidFill>
                  <a:srgbClr val="FFFFFF"/>
                </a:solidFill>
                <a:latin typeface="Microsoft YaHei"/>
                <a:ea typeface="Microsoft YaHei"/>
              </a:rPr>
              <a:t>键</a:t>
            </a:r>
            <a:r>
              <a:rPr sz="1699" b="1" spc="43">
                <a:solidFill>
                  <a:srgbClr val="FFFFFF"/>
                </a:solidFill>
                <a:latin typeface="Microsoft YaHei"/>
                <a:ea typeface="Microsoft YaHei"/>
              </a:rPr>
              <a:t>发</a:t>
            </a:r>
            <a:r>
              <a:rPr sz="1699" b="1" spc="43">
                <a:solidFill>
                  <a:srgbClr val="FFFFFF"/>
                </a:solidFill>
                <a:latin typeface="Microsoft YaHei"/>
                <a:ea typeface="Microsoft YaHei"/>
              </a:rPr>
              <a:t>现</a:t>
            </a:r>
          </a:p>
        </p:txBody>
      </p:sp>
      <p:sp>
        <p:nvSpPr>
          <p:cNvPr id="19" name="source_text_07_030"/>
          <p:cNvSpPr txBox="1"/>
          <p:nvPr/>
        </p:nvSpPr>
        <p:spPr>
          <a:xfrm>
            <a:off x="262507" y="5577256"/>
            <a:ext cx="3230296" cy="201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spc="-48">
                <a:solidFill>
                  <a:srgbClr val="FD2622"/>
                </a:solidFill>
                <a:latin typeface="Microsoft YaHei"/>
                <a:ea typeface="Microsoft YaHei"/>
              </a:rPr>
              <a:t>相</a:t>
            </a:r>
            <a:r>
              <a:rPr sz="1320" b="0" spc="-48">
                <a:solidFill>
                  <a:srgbClr val="FD3534"/>
                </a:solidFill>
                <a:latin typeface="Microsoft YaHei"/>
                <a:ea typeface="Microsoft YaHei"/>
              </a:rPr>
              <a:t>似</a:t>
            </a:r>
            <a:r>
              <a:rPr sz="1320" b="0" spc="-48">
                <a:solidFill>
                  <a:srgbClr val="FD3B38"/>
                </a:solidFill>
                <a:latin typeface="Microsoft YaHei"/>
                <a:ea typeface="Microsoft YaHei"/>
              </a:rPr>
              <a:t>的</a:t>
            </a:r>
            <a:r>
              <a:rPr sz="1320" b="0" spc="-48">
                <a:solidFill>
                  <a:srgbClr val="FD2F2D"/>
                </a:solidFill>
                <a:latin typeface="Microsoft YaHei"/>
                <a:ea typeface="Microsoft YaHei"/>
              </a:rPr>
              <a:t>细</a:t>
            </a:r>
            <a:r>
              <a:rPr sz="1320" b="0" spc="-48">
                <a:solidFill>
                  <a:srgbClr val="FC2929"/>
                </a:solidFill>
                <a:latin typeface="Microsoft YaHei"/>
                <a:ea typeface="Microsoft YaHei"/>
              </a:rPr>
              <a:t>根</a:t>
            </a:r>
            <a:r>
              <a:rPr sz="1320" b="0" spc="-48">
                <a:solidFill>
                  <a:srgbClr val="FD322D"/>
                </a:solidFill>
                <a:latin typeface="Microsoft YaHei"/>
                <a:ea typeface="Microsoft YaHei"/>
              </a:rPr>
              <a:t>策</a:t>
            </a:r>
            <a:r>
              <a:rPr sz="1320" b="0" spc="-48">
                <a:solidFill>
                  <a:srgbClr val="FD2B29"/>
                </a:solidFill>
                <a:latin typeface="Microsoft YaHei"/>
                <a:ea typeface="Microsoft YaHei"/>
              </a:rPr>
              <a:t>略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可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对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应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差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异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很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大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的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地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上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性</a:t>
            </a:r>
            <a:r>
              <a:rPr sz="1320" b="0" spc="-48">
                <a:solidFill>
                  <a:srgbClr val="494849"/>
                </a:solidFill>
                <a:latin typeface="Microsoft YaHei"/>
                <a:ea typeface="Microsoft YaHei"/>
              </a:rPr>
              <a:t>状</a:t>
            </a:r>
          </a:p>
        </p:txBody>
      </p:sp>
      <p:sp>
        <p:nvSpPr>
          <p:cNvPr id="20" name="source_text_07_031"/>
          <p:cNvSpPr txBox="1"/>
          <p:nvPr/>
        </p:nvSpPr>
        <p:spPr>
          <a:xfrm>
            <a:off x="7612708" y="5585019"/>
            <a:ext cx="4440746" cy="1981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原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图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: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C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a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r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m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o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n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a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 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e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t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 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a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l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.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2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0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2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1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,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F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i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g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.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1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;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N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a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t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u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r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e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 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5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9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7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: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6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8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3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-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6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8</a:t>
            </a:r>
            <a:r>
              <a:rPr sz="1299" b="0" spc="51">
                <a:solidFill>
                  <a:srgbClr val="484848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1" name="source_text_07_032"/>
          <p:cNvSpPr txBox="1"/>
          <p:nvPr/>
        </p:nvSpPr>
        <p:spPr>
          <a:xfrm>
            <a:off x="3011540" y="6169662"/>
            <a:ext cx="6278296" cy="383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叶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片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数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据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不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替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代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根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水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力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菌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根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2519" b="1" spc="156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8755" y="896899"/>
            <a:ext cx="4010526" cy="955234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8755" y="1961511"/>
            <a:ext cx="4010526" cy="955234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8755" y="3018832"/>
            <a:ext cx="4010526" cy="984401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8755" y="4083444"/>
            <a:ext cx="4010526" cy="1713588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7827" y="896899"/>
            <a:ext cx="7605416" cy="4878258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heading_texture_0" descr="08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5" y="896899"/>
            <a:ext cx="1997971" cy="437511"/>
          </a:xfrm>
          <a:prstGeom prst="rect">
            <a:avLst/>
          </a:prstGeom>
        </p:spPr>
      </p:pic>
      <p:pic>
        <p:nvPicPr>
          <p:cNvPr id="8" name="heading_texture_1" descr="08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55" y="1961511"/>
            <a:ext cx="1997971" cy="437511"/>
          </a:xfrm>
          <a:prstGeom prst="rect">
            <a:avLst/>
          </a:prstGeom>
        </p:spPr>
      </p:pic>
      <p:pic>
        <p:nvPicPr>
          <p:cNvPr id="9" name="heading_texture_2" descr="08_heading_text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55" y="3018832"/>
            <a:ext cx="1997971" cy="437511"/>
          </a:xfrm>
          <a:prstGeom prst="rect">
            <a:avLst/>
          </a:prstGeom>
        </p:spPr>
      </p:pic>
      <p:pic>
        <p:nvPicPr>
          <p:cNvPr id="10" name="header_texture" descr="08_header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36478"/>
          </a:xfrm>
          <a:prstGeom prst="rect">
            <a:avLst/>
          </a:prstGeom>
        </p:spPr>
      </p:pic>
      <p:pic>
        <p:nvPicPr>
          <p:cNvPr id="11" name="takeaway_texture" descr="08_takeaway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53" y="5935578"/>
            <a:ext cx="11929492" cy="765645"/>
          </a:xfrm>
          <a:prstGeom prst="rect">
            <a:avLst/>
          </a:prstGeom>
        </p:spPr>
      </p:pic>
      <p:pic>
        <p:nvPicPr>
          <p:cNvPr id="12" name="root_mycorrhiza" descr="08_root_mycorrhiz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215" y="4134488"/>
            <a:ext cx="3930315" cy="1611502"/>
          </a:xfrm>
          <a:prstGeom prst="rect">
            <a:avLst/>
          </a:prstGeom>
        </p:spPr>
      </p:pic>
      <p:pic>
        <p:nvPicPr>
          <p:cNvPr id="13" name="original_scientific_figure_bergmann_2020_fig2.jpg" descr="bergmann_2020_fig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9764" y="1141468"/>
            <a:ext cx="7439890" cy="3937607"/>
          </a:xfrm>
          <a:prstGeom prst="rect">
            <a:avLst/>
          </a:prstGeom>
        </p:spPr>
      </p:pic>
      <p:sp>
        <p:nvSpPr>
          <p:cNvPr id="14" name="source_text_08_000"/>
          <p:cNvSpPr txBox="1"/>
          <p:nvPr/>
        </p:nvSpPr>
        <p:spPr>
          <a:xfrm>
            <a:off x="2610488" y="91371"/>
            <a:ext cx="7124153" cy="5089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根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经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济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空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间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协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作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梯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补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地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下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3339" b="1" spc="104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</a:p>
        </p:txBody>
      </p:sp>
      <p:sp>
        <p:nvSpPr>
          <p:cNvPr id="15" name="source_text_08_001"/>
          <p:cNvSpPr txBox="1"/>
          <p:nvPr/>
        </p:nvSpPr>
        <p:spPr>
          <a:xfrm>
            <a:off x="422928" y="946156"/>
            <a:ext cx="1188574" cy="303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协</a:t>
            </a: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作</a:t>
            </a: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梯</a:t>
            </a: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16" name="source_text_08_003"/>
          <p:cNvSpPr txBox="1"/>
          <p:nvPr/>
        </p:nvSpPr>
        <p:spPr>
          <a:xfrm>
            <a:off x="962526" y="1396913"/>
            <a:ext cx="2705282" cy="312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spc="159">
                <a:solidFill>
                  <a:srgbClr val="EB0D0D"/>
                </a:solidFill>
                <a:latin typeface="Microsoft YaHei"/>
                <a:ea typeface="Microsoft YaHei"/>
              </a:rPr>
              <a:t>自</a:t>
            </a:r>
            <a:r>
              <a:rPr sz="2050" b="1" spc="159">
                <a:solidFill>
                  <a:srgbClr val="E90D0C"/>
                </a:solidFill>
                <a:latin typeface="Microsoft YaHei"/>
                <a:ea typeface="Microsoft YaHei"/>
              </a:rPr>
              <a:t>主</a:t>
            </a:r>
            <a:r>
              <a:rPr sz="2050" b="1" spc="159">
                <a:solidFill>
                  <a:srgbClr val="EB0F0D"/>
                </a:solidFill>
                <a:latin typeface="Microsoft YaHei"/>
                <a:ea typeface="Microsoft YaHei"/>
              </a:rPr>
              <a:t>探</a:t>
            </a:r>
            <a:r>
              <a:rPr sz="2050" b="1" spc="159">
                <a:solidFill>
                  <a:srgbClr val="E90A0A"/>
                </a:solidFill>
                <a:latin typeface="Microsoft YaHei"/>
                <a:ea typeface="Microsoft YaHei"/>
              </a:rPr>
              <a:t>索</a:t>
            </a:r>
            <a:r>
              <a:rPr sz="2050" b="1" spc="159">
                <a:solidFill>
                  <a:srgbClr val="EC090F"/>
                </a:solidFill>
                <a:latin typeface="Microsoft YaHei"/>
                <a:ea typeface="Microsoft YaHei"/>
              </a:rPr>
              <a:t>→</a:t>
            </a:r>
            <a:r>
              <a:rPr sz="2050" b="1" spc="159">
                <a:solidFill>
                  <a:srgbClr val="EB0809"/>
                </a:solidFill>
                <a:latin typeface="Microsoft YaHei"/>
                <a:ea typeface="Microsoft YaHei"/>
              </a:rPr>
              <a:t>菌</a:t>
            </a:r>
            <a:r>
              <a:rPr sz="2050" b="1" spc="159">
                <a:solidFill>
                  <a:srgbClr val="EB0D0C"/>
                </a:solidFill>
                <a:latin typeface="Microsoft YaHei"/>
                <a:ea typeface="Microsoft YaHei"/>
              </a:rPr>
              <a:t>根</a:t>
            </a:r>
            <a:r>
              <a:rPr sz="2050" b="1" spc="159">
                <a:solidFill>
                  <a:srgbClr val="EB0B0A"/>
                </a:solidFill>
                <a:latin typeface="Microsoft YaHei"/>
                <a:ea typeface="Microsoft YaHei"/>
              </a:rPr>
              <a:t>外</a:t>
            </a:r>
            <a:r>
              <a:rPr sz="2050" b="1" spc="159">
                <a:solidFill>
                  <a:srgbClr val="EA0C0A"/>
                </a:solidFill>
                <a:latin typeface="Microsoft YaHei"/>
                <a:ea typeface="Microsoft YaHei"/>
              </a:rPr>
              <a:t>包</a:t>
            </a:r>
          </a:p>
        </p:txBody>
      </p:sp>
      <p:sp>
        <p:nvSpPr>
          <p:cNvPr id="17" name="source_text_08_006"/>
          <p:cNvSpPr txBox="1"/>
          <p:nvPr/>
        </p:nvSpPr>
        <p:spPr>
          <a:xfrm>
            <a:off x="422928" y="2018061"/>
            <a:ext cx="1203157" cy="303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保</a:t>
            </a: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守</a:t>
            </a: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梯</a:t>
            </a:r>
            <a:r>
              <a:rPr sz="1991" b="1" spc="-14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18" name="source_text_08_009"/>
          <p:cNvSpPr txBox="1"/>
          <p:nvPr/>
        </p:nvSpPr>
        <p:spPr>
          <a:xfrm>
            <a:off x="955234" y="2490693"/>
            <a:ext cx="2705282" cy="312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spc="172">
                <a:solidFill>
                  <a:srgbClr val="ED0C0B"/>
                </a:solidFill>
                <a:latin typeface="Microsoft YaHei"/>
                <a:ea typeface="Microsoft YaHei"/>
              </a:rPr>
              <a:t>快</a:t>
            </a:r>
            <a:r>
              <a:rPr sz="2050" b="1" spc="172">
                <a:solidFill>
                  <a:srgbClr val="EC0C0B"/>
                </a:solidFill>
                <a:latin typeface="Microsoft YaHei"/>
                <a:ea typeface="Microsoft YaHei"/>
              </a:rPr>
              <a:t>速</a:t>
            </a:r>
            <a:r>
              <a:rPr sz="2050" b="1" spc="172">
                <a:solidFill>
                  <a:srgbClr val="EA0B0B"/>
                </a:solidFill>
                <a:latin typeface="Microsoft YaHei"/>
                <a:ea typeface="Microsoft YaHei"/>
              </a:rPr>
              <a:t>获</a:t>
            </a:r>
            <a:r>
              <a:rPr sz="2050" b="1" spc="172">
                <a:solidFill>
                  <a:srgbClr val="EB0B09"/>
                </a:solidFill>
                <a:latin typeface="Microsoft YaHei"/>
                <a:ea typeface="Microsoft YaHei"/>
              </a:rPr>
              <a:t>取</a:t>
            </a:r>
            <a:r>
              <a:rPr sz="2050" b="1" spc="172">
                <a:solidFill>
                  <a:srgbClr val="EC0D0F"/>
                </a:solidFill>
                <a:latin typeface="Microsoft YaHei"/>
                <a:ea typeface="Microsoft YaHei"/>
              </a:rPr>
              <a:t>→</a:t>
            </a:r>
            <a:r>
              <a:rPr sz="2050" b="1" spc="172">
                <a:solidFill>
                  <a:srgbClr val="E90C0C"/>
                </a:solidFill>
                <a:latin typeface="Microsoft YaHei"/>
                <a:ea typeface="Microsoft YaHei"/>
              </a:rPr>
              <a:t>长</a:t>
            </a:r>
            <a:r>
              <a:rPr sz="2050" b="1" spc="172">
                <a:solidFill>
                  <a:srgbClr val="EA0E0E"/>
                </a:solidFill>
                <a:latin typeface="Microsoft YaHei"/>
                <a:ea typeface="Microsoft YaHei"/>
              </a:rPr>
              <a:t>期</a:t>
            </a:r>
            <a:r>
              <a:rPr sz="2050" b="1" spc="172">
                <a:solidFill>
                  <a:srgbClr val="EB0909"/>
                </a:solidFill>
                <a:latin typeface="Microsoft YaHei"/>
                <a:ea typeface="Microsoft YaHei"/>
              </a:rPr>
              <a:t>保</a:t>
            </a:r>
            <a:r>
              <a:rPr sz="2050" b="1" spc="172">
                <a:solidFill>
                  <a:srgbClr val="EB0B0B"/>
                </a:solidFill>
                <a:latin typeface="Microsoft YaHei"/>
                <a:ea typeface="Microsoft YaHei"/>
              </a:rPr>
              <a:t>存</a:t>
            </a:r>
          </a:p>
        </p:txBody>
      </p:sp>
      <p:sp>
        <p:nvSpPr>
          <p:cNvPr id="19" name="source_text_08_011"/>
          <p:cNvSpPr txBox="1"/>
          <p:nvPr/>
        </p:nvSpPr>
        <p:spPr>
          <a:xfrm>
            <a:off x="422928" y="3084012"/>
            <a:ext cx="1195866" cy="294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3" b="1" spc="43">
                <a:solidFill>
                  <a:srgbClr val="FFFFFF"/>
                </a:solidFill>
                <a:latin typeface="Microsoft YaHei"/>
                <a:ea typeface="Microsoft YaHei"/>
              </a:rPr>
              <a:t>核</a:t>
            </a:r>
            <a:r>
              <a:rPr sz="1933" b="1" spc="43">
                <a:solidFill>
                  <a:srgbClr val="FFFFFF"/>
                </a:solidFill>
                <a:latin typeface="Microsoft YaHei"/>
                <a:ea typeface="Microsoft YaHei"/>
              </a:rPr>
              <a:t>心</a:t>
            </a:r>
            <a:r>
              <a:rPr sz="1933" b="1" spc="43">
                <a:solidFill>
                  <a:srgbClr val="FFFFFF"/>
                </a:solidFill>
                <a:latin typeface="Microsoft YaHei"/>
                <a:ea typeface="Microsoft YaHei"/>
              </a:rPr>
              <a:t>判</a:t>
            </a:r>
            <a:r>
              <a:rPr sz="1933" b="1" spc="43">
                <a:solidFill>
                  <a:srgbClr val="FFFFFF"/>
                </a:solidFill>
                <a:latin typeface="Microsoft YaHei"/>
                <a:ea typeface="Microsoft YaHei"/>
              </a:rPr>
              <a:t>断</a:t>
            </a:r>
          </a:p>
        </p:txBody>
      </p:sp>
      <p:sp>
        <p:nvSpPr>
          <p:cNvPr id="20" name="source_text_08_015"/>
          <p:cNvSpPr txBox="1"/>
          <p:nvPr/>
        </p:nvSpPr>
        <p:spPr>
          <a:xfrm>
            <a:off x="765645" y="3577181"/>
            <a:ext cx="3048000" cy="312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spc="10">
                <a:solidFill>
                  <a:srgbClr val="EC0C0D"/>
                </a:solidFill>
                <a:latin typeface="Microsoft YaHei"/>
                <a:ea typeface="Microsoft YaHei"/>
              </a:rPr>
              <a:t>地</a:t>
            </a:r>
            <a:r>
              <a:rPr sz="2050" b="1" spc="10">
                <a:solidFill>
                  <a:srgbClr val="E90C0C"/>
                </a:solidFill>
                <a:latin typeface="Microsoft YaHei"/>
                <a:ea typeface="Microsoft YaHei"/>
              </a:rPr>
              <a:t>下</a:t>
            </a:r>
            <a:r>
              <a:rPr sz="2050" b="1" spc="10">
                <a:solidFill>
                  <a:srgbClr val="E90A0C"/>
                </a:solidFill>
                <a:latin typeface="Microsoft YaHei"/>
                <a:ea typeface="Microsoft YaHei"/>
              </a:rPr>
              <a:t>策</a:t>
            </a:r>
            <a:r>
              <a:rPr sz="2050" b="1" spc="10">
                <a:solidFill>
                  <a:srgbClr val="EB0909"/>
                </a:solidFill>
                <a:latin typeface="Microsoft YaHei"/>
                <a:ea typeface="Microsoft YaHei"/>
              </a:rPr>
              <a:t>略</a:t>
            </a:r>
            <a:r>
              <a:rPr sz="2050" b="1" spc="10">
                <a:solidFill>
                  <a:srgbClr val="E80E0B"/>
                </a:solidFill>
                <a:latin typeface="Microsoft YaHei"/>
                <a:ea typeface="Microsoft YaHei"/>
              </a:rPr>
              <a:t>不</a:t>
            </a:r>
            <a:r>
              <a:rPr sz="2050" b="1" spc="10">
                <a:solidFill>
                  <a:srgbClr val="EA0C0B"/>
                </a:solidFill>
                <a:latin typeface="Microsoft YaHei"/>
                <a:ea typeface="Microsoft YaHei"/>
              </a:rPr>
              <a:t>能</a:t>
            </a:r>
            <a:r>
              <a:rPr sz="2050" b="1" spc="10">
                <a:solidFill>
                  <a:srgbClr val="E90B0B"/>
                </a:solidFill>
                <a:latin typeface="Microsoft YaHei"/>
                <a:ea typeface="Microsoft YaHei"/>
              </a:rPr>
              <a:t>由</a:t>
            </a:r>
            <a:r>
              <a:rPr sz="2050" b="1" spc="10">
                <a:solidFill>
                  <a:srgbClr val="EA0B0C"/>
                </a:solidFill>
                <a:latin typeface="Microsoft YaHei"/>
                <a:ea typeface="Microsoft YaHei"/>
              </a:rPr>
              <a:t>叶</a:t>
            </a:r>
            <a:r>
              <a:rPr sz="2050" b="1" spc="10">
                <a:solidFill>
                  <a:srgbClr val="EA0E0F"/>
                </a:solidFill>
                <a:latin typeface="Microsoft YaHei"/>
                <a:ea typeface="Microsoft YaHei"/>
              </a:rPr>
              <a:t>片</a:t>
            </a:r>
            <a:r>
              <a:rPr sz="2050" b="1" spc="10">
                <a:solidFill>
                  <a:srgbClr val="EB0C0A"/>
                </a:solidFill>
                <a:latin typeface="Microsoft YaHei"/>
                <a:ea typeface="Microsoft YaHei"/>
              </a:rPr>
              <a:t>替</a:t>
            </a:r>
            <a:r>
              <a:rPr sz="2050" b="1" spc="10">
                <a:solidFill>
                  <a:srgbClr val="E90B0D"/>
                </a:solidFill>
                <a:latin typeface="Microsoft YaHei"/>
                <a:ea typeface="Microsoft YaHei"/>
              </a:rPr>
              <a:t>代</a:t>
            </a:r>
          </a:p>
        </p:txBody>
      </p:sp>
      <p:sp>
        <p:nvSpPr>
          <p:cNvPr id="21" name="source_text_08_032"/>
          <p:cNvSpPr txBox="1"/>
          <p:nvPr/>
        </p:nvSpPr>
        <p:spPr>
          <a:xfrm>
            <a:off x="5935578" y="5408776"/>
            <a:ext cx="4411578" cy="2063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原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图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: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B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e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r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g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m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a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n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n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 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e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t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 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a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l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.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2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0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2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0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,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F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i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g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.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2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;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S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c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i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.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A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d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v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.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6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: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e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a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b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a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3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7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5</a:t>
            </a:r>
            <a:r>
              <a:rPr sz="1354" b="0" spc="6">
                <a:solidFill>
                  <a:srgbClr val="52535C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2" name="source_text_08_033"/>
          <p:cNvSpPr txBox="1"/>
          <p:nvPr/>
        </p:nvSpPr>
        <p:spPr>
          <a:xfrm>
            <a:off x="2194851" y="6093348"/>
            <a:ext cx="7955425" cy="406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根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增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加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全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球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植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物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空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间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独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立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维</a:t>
            </a:r>
            <a:r>
              <a:rPr sz="2667" b="1" spc="287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ndscape_panel" descr="09_landscape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00076" cy="6861645"/>
          </a:xfrm>
          <a:prstGeom prst="rect">
            <a:avLst/>
          </a:prstGeom>
        </p:spPr>
      </p:pic>
      <p:pic>
        <p:nvPicPr>
          <p:cNvPr id="3" name="chapter_card" descr="09_chapter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076" y="0"/>
            <a:ext cx="9391923" cy="6861645"/>
          </a:xfrm>
          <a:prstGeom prst="rect">
            <a:avLst/>
          </a:prstGeom>
        </p:spPr>
      </p:pic>
      <p:sp>
        <p:nvSpPr>
          <p:cNvPr id="4" name="source_text_09_000"/>
          <p:cNvSpPr txBox="1"/>
          <p:nvPr/>
        </p:nvSpPr>
        <p:spPr>
          <a:xfrm>
            <a:off x="3478220" y="2010322"/>
            <a:ext cx="6387674" cy="10357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全</a:t>
            </a: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球</a:t>
            </a: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变</a:t>
            </a: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化</a:t>
            </a: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与</a:t>
            </a: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尺</a:t>
            </a:r>
            <a:r>
              <a:rPr sz="6796" b="1" spc="164">
                <a:solidFill>
                  <a:srgbClr val="055C3A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5" name="source_text_09_001"/>
          <p:cNvSpPr txBox="1"/>
          <p:nvPr/>
        </p:nvSpPr>
        <p:spPr>
          <a:xfrm>
            <a:off x="685435" y="1886622"/>
            <a:ext cx="1932344" cy="19274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47" b="0" spc="728">
                <a:solidFill>
                  <a:srgbClr val="FFFFFF"/>
                </a:solidFill>
                <a:latin typeface="Arial Narrow"/>
                <a:ea typeface="Microsoft YaHei"/>
              </a:rPr>
              <a:t>03</a:t>
            </a:r>
          </a:p>
        </p:txBody>
      </p:sp>
      <p:sp>
        <p:nvSpPr>
          <p:cNvPr id="6" name="source_text_09_002"/>
          <p:cNvSpPr txBox="1"/>
          <p:nvPr/>
        </p:nvSpPr>
        <p:spPr>
          <a:xfrm>
            <a:off x="3529263" y="3588260"/>
            <a:ext cx="7218947" cy="5303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从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群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落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加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权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到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性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状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—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环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境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联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合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效</a:t>
            </a:r>
            <a:r>
              <a:rPr sz="3479" b="0" spc="192">
                <a:solidFill>
                  <a:srgbClr val="0D6D4C"/>
                </a:solidFill>
                <a:latin typeface="Microsoft YaHei"/>
                <a:ea typeface="Microsoft YaHei"/>
              </a:rPr>
              <a:t>应</a:t>
            </a:r>
          </a:p>
        </p:txBody>
      </p:sp>
      <p:sp>
        <p:nvSpPr>
          <p:cNvPr id="7" name="source_text_09_003"/>
          <p:cNvSpPr txBox="1"/>
          <p:nvPr/>
        </p:nvSpPr>
        <p:spPr>
          <a:xfrm>
            <a:off x="3500095" y="4367232"/>
            <a:ext cx="4265741" cy="392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性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状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如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何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进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入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生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态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系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统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预</a:t>
            </a:r>
            <a:r>
              <a:rPr sz="2577" b="0" spc="115">
                <a:solidFill>
                  <a:srgbClr val="919090"/>
                </a:solidFill>
                <a:latin typeface="Microsoft YaHei"/>
                <a:ea typeface="Microsoft YaHei"/>
              </a:rPr>
              <a:t>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296" y="991693"/>
            <a:ext cx="5862660" cy="4805339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47043" y="991693"/>
            <a:ext cx="5862660" cy="4805339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4382" y="1677129"/>
            <a:ext cx="1465665" cy="576057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0258" y="1677129"/>
            <a:ext cx="4112612" cy="576057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9129" y="1677129"/>
            <a:ext cx="1553167" cy="576057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75215" y="1677129"/>
            <a:ext cx="4032401" cy="576057"/>
          </a:xfrm>
          <a:prstGeom prst="rect">
            <a:avLst/>
          </a:prstGeom>
          <a:solidFill>
            <a:srgbClr val="F4FBF7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heading_texture_0" descr="10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2" y="1071904"/>
            <a:ext cx="5658488" cy="503138"/>
          </a:xfrm>
          <a:prstGeom prst="rect">
            <a:avLst/>
          </a:prstGeom>
        </p:spPr>
      </p:pic>
      <p:pic>
        <p:nvPicPr>
          <p:cNvPr id="9" name="heading_texture_1" descr="10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29" y="1071904"/>
            <a:ext cx="5658488" cy="503138"/>
          </a:xfrm>
          <a:prstGeom prst="rect">
            <a:avLst/>
          </a:prstGeom>
        </p:spPr>
      </p:pic>
      <p:pic>
        <p:nvPicPr>
          <p:cNvPr id="10" name="header_texture" descr="10_header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29" y="123961"/>
            <a:ext cx="11878449" cy="780229"/>
          </a:xfrm>
          <a:prstGeom prst="rect">
            <a:avLst/>
          </a:prstGeom>
        </p:spPr>
      </p:pic>
      <p:pic>
        <p:nvPicPr>
          <p:cNvPr id="11" name="takeaway_texture" descr="10_takeaway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21" y="5899119"/>
            <a:ext cx="11871157" cy="517722"/>
          </a:xfrm>
          <a:prstGeom prst="rect">
            <a:avLst/>
          </a:prstGeom>
        </p:spPr>
      </p:pic>
      <p:pic>
        <p:nvPicPr>
          <p:cNvPr id="12" name="dominance" descr="10_domin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631" y="2333397"/>
            <a:ext cx="5731406" cy="3383425"/>
          </a:xfrm>
          <a:prstGeom prst="rect">
            <a:avLst/>
          </a:prstGeom>
        </p:spPr>
      </p:pic>
      <p:pic>
        <p:nvPicPr>
          <p:cNvPr id="13" name="complementarity" descr="10_complementa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086" y="2333397"/>
            <a:ext cx="5738698" cy="3383425"/>
          </a:xfrm>
          <a:prstGeom prst="rect">
            <a:avLst/>
          </a:prstGeom>
        </p:spPr>
      </p:pic>
      <p:sp>
        <p:nvSpPr>
          <p:cNvPr id="14" name="source_text_10_000"/>
          <p:cNvSpPr txBox="1"/>
          <p:nvPr/>
        </p:nvSpPr>
        <p:spPr>
          <a:xfrm>
            <a:off x="2231311" y="253131"/>
            <a:ext cx="7911674" cy="5000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进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入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生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态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统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有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两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互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补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路</a:t>
            </a:r>
            <a:r>
              <a:rPr sz="3280" b="1" spc="124">
                <a:solidFill>
                  <a:srgbClr val="FFFFFF"/>
                </a:solidFill>
                <a:latin typeface="Microsoft YaHei"/>
                <a:ea typeface="Microsoft YaHei"/>
              </a:rPr>
              <a:t>径</a:t>
            </a:r>
          </a:p>
        </p:txBody>
      </p:sp>
      <p:sp>
        <p:nvSpPr>
          <p:cNvPr id="15" name="source_text_10_001"/>
          <p:cNvSpPr txBox="1"/>
          <p:nvPr/>
        </p:nvSpPr>
        <p:spPr>
          <a:xfrm>
            <a:off x="2238602" y="1099137"/>
            <a:ext cx="1917760" cy="4017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36" b="1" spc="126">
                <a:solidFill>
                  <a:srgbClr val="FFFFFF"/>
                </a:solidFill>
                <a:latin typeface="Microsoft YaHei"/>
                <a:ea typeface="Microsoft YaHei"/>
              </a:rPr>
              <a:t>优</a:t>
            </a:r>
            <a:r>
              <a:rPr sz="2636" b="1" spc="126">
                <a:solidFill>
                  <a:srgbClr val="FFFFFF"/>
                </a:solidFill>
                <a:latin typeface="Microsoft YaHei"/>
                <a:ea typeface="Microsoft YaHei"/>
              </a:rPr>
              <a:t>势</a:t>
            </a:r>
            <a:r>
              <a:rPr sz="2636" b="1" spc="126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2636" b="1" spc="126">
                <a:solidFill>
                  <a:srgbClr val="FFFFFF"/>
                </a:solidFill>
                <a:latin typeface="Microsoft YaHei"/>
                <a:ea typeface="Microsoft YaHei"/>
              </a:rPr>
              <a:t>加</a:t>
            </a:r>
            <a:r>
              <a:rPr sz="2636" b="1" spc="126">
                <a:solidFill>
                  <a:srgbClr val="FFFFFF"/>
                </a:solidFill>
                <a:latin typeface="Microsoft YaHei"/>
                <a:ea typeface="Microsoft YaHei"/>
              </a:rPr>
              <a:t>权</a:t>
            </a:r>
          </a:p>
        </p:txBody>
      </p:sp>
      <p:sp>
        <p:nvSpPr>
          <p:cNvPr id="16" name="source_text_10_002"/>
          <p:cNvSpPr txBox="1"/>
          <p:nvPr/>
        </p:nvSpPr>
        <p:spPr>
          <a:xfrm>
            <a:off x="8407521" y="1097162"/>
            <a:ext cx="1567751" cy="41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22" b="1" spc="29">
                <a:solidFill>
                  <a:srgbClr val="FFFFFF"/>
                </a:solidFill>
                <a:latin typeface="Microsoft YaHei"/>
                <a:ea typeface="Microsoft YaHei"/>
              </a:rPr>
              <a:t>资</a:t>
            </a:r>
            <a:r>
              <a:rPr sz="2722" b="1" spc="29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r>
              <a:rPr sz="2722" b="1" spc="29">
                <a:solidFill>
                  <a:srgbClr val="FFFFFF"/>
                </a:solidFill>
                <a:latin typeface="Microsoft YaHei"/>
                <a:ea typeface="Microsoft YaHei"/>
              </a:rPr>
              <a:t>分</a:t>
            </a:r>
            <a:r>
              <a:rPr sz="2722" b="1" spc="29">
                <a:solidFill>
                  <a:srgbClr val="FFFFFF"/>
                </a:solidFill>
                <a:latin typeface="Microsoft YaHei"/>
                <a:ea typeface="Microsoft YaHei"/>
              </a:rPr>
              <a:t>工</a:t>
            </a:r>
          </a:p>
        </p:txBody>
      </p:sp>
      <p:sp>
        <p:nvSpPr>
          <p:cNvPr id="17" name="source_text_10_003"/>
          <p:cNvSpPr txBox="1"/>
          <p:nvPr/>
        </p:nvSpPr>
        <p:spPr>
          <a:xfrm>
            <a:off x="619808" y="1779251"/>
            <a:ext cx="1006277" cy="388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spc="0">
                <a:solidFill>
                  <a:srgbClr val="094F2C"/>
                </a:solidFill>
                <a:latin typeface="Arial"/>
                <a:ea typeface="Microsoft YaHei"/>
              </a:rPr>
              <a:t>C</a:t>
            </a:r>
            <a:r>
              <a:rPr sz="2550" b="1" spc="0">
                <a:solidFill>
                  <a:srgbClr val="094F2C"/>
                </a:solidFill>
                <a:latin typeface="Arial"/>
                <a:ea typeface="Microsoft YaHei"/>
              </a:rPr>
              <a:t>W</a:t>
            </a:r>
            <a:r>
              <a:rPr sz="2550" b="1" spc="0">
                <a:solidFill>
                  <a:srgbClr val="094F2C"/>
                </a:solidFill>
                <a:latin typeface="Arial"/>
                <a:ea typeface="Microsoft YaHei"/>
              </a:rPr>
              <a:t>M</a:t>
            </a:r>
          </a:p>
        </p:txBody>
      </p:sp>
      <p:sp>
        <p:nvSpPr>
          <p:cNvPr id="18" name="source_text_10_004"/>
          <p:cNvSpPr txBox="1"/>
          <p:nvPr/>
        </p:nvSpPr>
        <p:spPr>
          <a:xfrm>
            <a:off x="2005263" y="1807936"/>
            <a:ext cx="3857397" cy="294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3" b="1" spc="-126">
                <a:solidFill>
                  <a:srgbClr val="DE0B0D"/>
                </a:solidFill>
                <a:latin typeface="Microsoft YaHei"/>
                <a:ea typeface="Microsoft YaHei"/>
              </a:rPr>
              <a:t>优</a:t>
            </a:r>
            <a:r>
              <a:rPr sz="1933" b="1" spc="-126">
                <a:solidFill>
                  <a:srgbClr val="DE090C"/>
                </a:solidFill>
                <a:latin typeface="Microsoft YaHei"/>
                <a:ea typeface="Microsoft YaHei"/>
              </a:rPr>
              <a:t>势</a:t>
            </a:r>
            <a:r>
              <a:rPr sz="1933" b="1" spc="-126">
                <a:solidFill>
                  <a:srgbClr val="E10A0C"/>
                </a:solidFill>
                <a:latin typeface="Microsoft YaHei"/>
                <a:ea typeface="Microsoft YaHei"/>
              </a:rPr>
              <a:t>种</a:t>
            </a:r>
            <a:r>
              <a:rPr sz="1933" b="1" spc="-126">
                <a:solidFill>
                  <a:srgbClr val="DB090B"/>
                </a:solidFill>
                <a:latin typeface="Microsoft YaHei"/>
                <a:ea typeface="Microsoft YaHei"/>
              </a:rPr>
              <a:t>的</a:t>
            </a:r>
            <a:r>
              <a:rPr sz="1933" b="1" spc="-126">
                <a:solidFill>
                  <a:srgbClr val="DB0C0D"/>
                </a:solidFill>
                <a:latin typeface="Microsoft YaHei"/>
                <a:ea typeface="Microsoft YaHei"/>
              </a:rPr>
              <a:t>性</a:t>
            </a:r>
            <a:r>
              <a:rPr sz="1933" b="1" spc="-126">
                <a:solidFill>
                  <a:srgbClr val="DC090D"/>
                </a:solidFill>
                <a:latin typeface="Microsoft YaHei"/>
                <a:ea typeface="Microsoft YaHei"/>
              </a:rPr>
              <a:t>状</a:t>
            </a:r>
            <a:r>
              <a:rPr sz="1933" b="1" spc="-126">
                <a:solidFill>
                  <a:srgbClr val="DE0D11"/>
                </a:solidFill>
                <a:latin typeface="Microsoft YaHei"/>
                <a:ea typeface="Microsoft YaHei"/>
              </a:rPr>
              <a:t>与</a:t>
            </a:r>
            <a:r>
              <a:rPr sz="1933" b="1" spc="-126">
                <a:solidFill>
                  <a:srgbClr val="DA0A0C"/>
                </a:solidFill>
                <a:latin typeface="Microsoft YaHei"/>
                <a:ea typeface="Microsoft YaHei"/>
              </a:rPr>
              <a:t>生</a:t>
            </a:r>
            <a:r>
              <a:rPr sz="1933" b="1" spc="-126">
                <a:solidFill>
                  <a:srgbClr val="E10A0A"/>
                </a:solidFill>
                <a:latin typeface="Microsoft YaHei"/>
                <a:ea typeface="Microsoft YaHei"/>
              </a:rPr>
              <a:t>物</a:t>
            </a:r>
            <a:r>
              <a:rPr sz="1933" b="1" spc="-126">
                <a:solidFill>
                  <a:srgbClr val="E5151B"/>
                </a:solidFill>
                <a:latin typeface="Microsoft YaHei"/>
                <a:ea typeface="Microsoft YaHei"/>
              </a:rPr>
              <a:t>量</a:t>
            </a:r>
            <a:r>
              <a:rPr sz="1933" b="1" spc="-126">
                <a:solidFill>
                  <a:srgbClr val="535353"/>
                </a:solidFill>
                <a:latin typeface="Microsoft YaHei"/>
                <a:ea typeface="Microsoft YaHei"/>
              </a:rPr>
              <a:t>共</a:t>
            </a:r>
            <a:r>
              <a:rPr sz="1933" b="1" spc="-126">
                <a:solidFill>
                  <a:srgbClr val="535353"/>
                </a:solidFill>
                <a:latin typeface="Microsoft YaHei"/>
                <a:ea typeface="Microsoft YaHei"/>
              </a:rPr>
              <a:t>同</a:t>
            </a:r>
            <a:r>
              <a:rPr sz="1933" b="1" spc="-126">
                <a:solidFill>
                  <a:srgbClr val="535353"/>
                </a:solidFill>
                <a:latin typeface="Microsoft YaHei"/>
                <a:ea typeface="Microsoft YaHei"/>
              </a:rPr>
              <a:t>塑</a:t>
            </a:r>
            <a:r>
              <a:rPr sz="1933" b="1" spc="-126">
                <a:solidFill>
                  <a:srgbClr val="535353"/>
                </a:solidFill>
                <a:latin typeface="Microsoft YaHei"/>
                <a:ea typeface="Microsoft YaHei"/>
              </a:rPr>
              <a:t>造</a:t>
            </a:r>
            <a:r>
              <a:rPr sz="1933" b="1" spc="-126">
                <a:solidFill>
                  <a:srgbClr val="535353"/>
                </a:solidFill>
                <a:latin typeface="Microsoft YaHei"/>
                <a:ea typeface="Microsoft YaHei"/>
              </a:rPr>
              <a:t>过</a:t>
            </a:r>
            <a:r>
              <a:rPr sz="1933" b="1" spc="-126">
                <a:solidFill>
                  <a:srgbClr val="535353"/>
                </a:solidFill>
                <a:latin typeface="Microsoft YaHei"/>
                <a:ea typeface="Microsoft YaHei"/>
              </a:rPr>
              <a:t>程</a:t>
            </a:r>
          </a:p>
        </p:txBody>
      </p:sp>
      <p:sp>
        <p:nvSpPr>
          <p:cNvPr id="19" name="source_text_10_005"/>
          <p:cNvSpPr txBox="1"/>
          <p:nvPr/>
        </p:nvSpPr>
        <p:spPr>
          <a:xfrm>
            <a:off x="6460593" y="1762101"/>
            <a:ext cx="1327119" cy="357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43" b="1" spc="-100">
                <a:solidFill>
                  <a:srgbClr val="0C502A"/>
                </a:solidFill>
                <a:latin typeface="Microsoft YaHei"/>
                <a:ea typeface="Microsoft YaHei"/>
              </a:rPr>
              <a:t>互</a:t>
            </a:r>
            <a:r>
              <a:rPr sz="2343" b="1" spc="-100">
                <a:solidFill>
                  <a:srgbClr val="0C502A"/>
                </a:solidFill>
                <a:latin typeface="Microsoft YaHei"/>
                <a:ea typeface="Microsoft YaHei"/>
              </a:rPr>
              <a:t>补</a:t>
            </a:r>
            <a:r>
              <a:rPr sz="2343" b="1" spc="-100">
                <a:solidFill>
                  <a:srgbClr val="0C502A"/>
                </a:solidFill>
                <a:latin typeface="Microsoft YaHei"/>
                <a:ea typeface="Microsoft YaHei"/>
              </a:rPr>
              <a:t>效</a:t>
            </a:r>
            <a:r>
              <a:rPr sz="2343" b="1" spc="-100">
                <a:solidFill>
                  <a:srgbClr val="0C502A"/>
                </a:solidFill>
                <a:latin typeface="Microsoft YaHei"/>
                <a:ea typeface="Microsoft YaHei"/>
              </a:rPr>
              <a:t>应</a:t>
            </a:r>
          </a:p>
        </p:txBody>
      </p:sp>
      <p:sp>
        <p:nvSpPr>
          <p:cNvPr id="20" name="source_text_10_006"/>
          <p:cNvSpPr txBox="1"/>
          <p:nvPr/>
        </p:nvSpPr>
        <p:spPr>
          <a:xfrm>
            <a:off x="8108555" y="1834235"/>
            <a:ext cx="3624057" cy="2651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 spc="103">
                <a:solidFill>
                  <a:srgbClr val="DE0C0E"/>
                </a:solidFill>
                <a:latin typeface="Microsoft YaHei"/>
                <a:ea typeface="Microsoft YaHei"/>
              </a:rPr>
              <a:t>物</a:t>
            </a:r>
            <a:r>
              <a:rPr sz="1739" b="0" spc="103">
                <a:solidFill>
                  <a:srgbClr val="DE090C"/>
                </a:solidFill>
                <a:latin typeface="Microsoft YaHei"/>
                <a:ea typeface="Microsoft YaHei"/>
              </a:rPr>
              <a:t>种</a:t>
            </a:r>
            <a:r>
              <a:rPr sz="1739" b="0" spc="103">
                <a:solidFill>
                  <a:srgbClr val="DB090C"/>
                </a:solidFill>
                <a:latin typeface="Microsoft YaHei"/>
                <a:ea typeface="Microsoft YaHei"/>
              </a:rPr>
              <a:t>间</a:t>
            </a:r>
            <a:r>
              <a:rPr sz="1739" b="0" spc="103">
                <a:solidFill>
                  <a:srgbClr val="D90A0C"/>
                </a:solidFill>
                <a:latin typeface="Microsoft YaHei"/>
                <a:ea typeface="Microsoft YaHei"/>
              </a:rPr>
              <a:t>的</a:t>
            </a:r>
            <a:r>
              <a:rPr sz="1739" b="0" spc="103">
                <a:solidFill>
                  <a:srgbClr val="DD090C"/>
                </a:solidFill>
                <a:latin typeface="Microsoft YaHei"/>
                <a:ea typeface="Microsoft YaHei"/>
              </a:rPr>
              <a:t>分</a:t>
            </a:r>
            <a:r>
              <a:rPr sz="1739" b="0" spc="103">
                <a:solidFill>
                  <a:srgbClr val="DA0B11"/>
                </a:solidFill>
                <a:latin typeface="Microsoft YaHei"/>
                <a:ea typeface="Microsoft YaHei"/>
              </a:rPr>
              <a:t>工</a:t>
            </a:r>
            <a:r>
              <a:rPr sz="1739" b="0" spc="103">
                <a:solidFill>
                  <a:srgbClr val="DE0E10"/>
                </a:solidFill>
                <a:latin typeface="Microsoft YaHei"/>
                <a:ea typeface="Microsoft YaHei"/>
              </a:rPr>
              <a:t>与</a:t>
            </a:r>
            <a:r>
              <a:rPr sz="1739" b="0" spc="103">
                <a:solidFill>
                  <a:srgbClr val="DF080A"/>
                </a:solidFill>
                <a:latin typeface="Microsoft YaHei"/>
                <a:ea typeface="Microsoft YaHei"/>
              </a:rPr>
              <a:t>互</a:t>
            </a:r>
            <a:r>
              <a:rPr sz="1739" b="0" spc="103">
                <a:solidFill>
                  <a:srgbClr val="DC090B"/>
                </a:solidFill>
                <a:latin typeface="Microsoft YaHei"/>
                <a:ea typeface="Microsoft YaHei"/>
              </a:rPr>
              <a:t>补</a:t>
            </a:r>
            <a:r>
              <a:rPr sz="1739" b="0" spc="103">
                <a:solidFill>
                  <a:srgbClr val="DD0B0E"/>
                </a:solidFill>
                <a:latin typeface="Microsoft YaHei"/>
                <a:ea typeface="Microsoft YaHei"/>
              </a:rPr>
              <a:t>利</a:t>
            </a:r>
            <a:r>
              <a:rPr sz="1739" b="0" spc="103">
                <a:solidFill>
                  <a:srgbClr val="DF070A"/>
                </a:solidFill>
                <a:latin typeface="Microsoft YaHei"/>
                <a:ea typeface="Microsoft YaHei"/>
              </a:rPr>
              <a:t>用</a:t>
            </a:r>
            <a:r>
              <a:rPr sz="1739" b="0" spc="103">
                <a:solidFill>
                  <a:srgbClr val="4A4A4A"/>
                </a:solidFill>
                <a:latin typeface="Microsoft YaHei"/>
                <a:ea typeface="Microsoft YaHei"/>
              </a:rPr>
              <a:t>提</a:t>
            </a:r>
            <a:r>
              <a:rPr sz="1739" b="0" spc="103">
                <a:solidFill>
                  <a:srgbClr val="4A4A4A"/>
                </a:solidFill>
                <a:latin typeface="Microsoft YaHei"/>
                <a:ea typeface="Microsoft YaHei"/>
              </a:rPr>
              <a:t>升</a:t>
            </a:r>
            <a:r>
              <a:rPr sz="1739" b="0" spc="103">
                <a:solidFill>
                  <a:srgbClr val="4A4A4A"/>
                </a:solidFill>
                <a:latin typeface="Microsoft YaHei"/>
                <a:ea typeface="Microsoft YaHei"/>
              </a:rPr>
              <a:t>功</a:t>
            </a:r>
            <a:r>
              <a:rPr sz="1739" b="0" spc="103">
                <a:solidFill>
                  <a:srgbClr val="4A4A4A"/>
                </a:solidFill>
                <a:latin typeface="Microsoft YaHei"/>
                <a:ea typeface="Microsoft YaHei"/>
              </a:rPr>
              <a:t>能</a:t>
            </a:r>
          </a:p>
        </p:txBody>
      </p:sp>
      <p:sp>
        <p:nvSpPr>
          <p:cNvPr id="21" name="source_text_10_007"/>
          <p:cNvSpPr txBox="1"/>
          <p:nvPr/>
        </p:nvSpPr>
        <p:spPr>
          <a:xfrm>
            <a:off x="6271004" y="3791323"/>
            <a:ext cx="561473" cy="294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3" b="1" spc="-344">
                <a:solidFill>
                  <a:srgbClr val="FAF8EE"/>
                </a:solidFill>
                <a:latin typeface="Microsoft YaHei"/>
                <a:ea typeface="Microsoft YaHei"/>
              </a:rPr>
              <a:t>浅</a:t>
            </a:r>
            <a:r>
              <a:rPr sz="1933" b="1" spc="-344">
                <a:solidFill>
                  <a:srgbClr val="FAF8EE"/>
                </a:solidFill>
                <a:latin typeface="Microsoft YaHei"/>
                <a:ea typeface="Microsoft YaHei"/>
              </a:rPr>
              <a:t>层</a:t>
            </a:r>
          </a:p>
        </p:txBody>
      </p:sp>
      <p:sp>
        <p:nvSpPr>
          <p:cNvPr id="22" name="source_text_10_008"/>
          <p:cNvSpPr txBox="1"/>
          <p:nvPr/>
        </p:nvSpPr>
        <p:spPr>
          <a:xfrm>
            <a:off x="6307464" y="4456608"/>
            <a:ext cx="503138" cy="234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8" b="0" spc="-201">
                <a:solidFill>
                  <a:srgbClr val="FAF8EE"/>
                </a:solidFill>
                <a:latin typeface="Microsoft YaHei"/>
                <a:ea typeface="Microsoft YaHei"/>
              </a:rPr>
              <a:t>中</a:t>
            </a:r>
            <a:r>
              <a:rPr sz="1538" b="0" spc="-201">
                <a:solidFill>
                  <a:srgbClr val="FAF8EE"/>
                </a:solidFill>
                <a:latin typeface="Microsoft YaHei"/>
                <a:ea typeface="Microsoft YaHei"/>
              </a:rPr>
              <a:t>层</a:t>
            </a:r>
          </a:p>
        </p:txBody>
      </p:sp>
      <p:sp>
        <p:nvSpPr>
          <p:cNvPr id="23" name="source_text_10_009"/>
          <p:cNvSpPr txBox="1"/>
          <p:nvPr/>
        </p:nvSpPr>
        <p:spPr>
          <a:xfrm>
            <a:off x="6278296" y="5204964"/>
            <a:ext cx="561473" cy="252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7" b="1" spc="-258">
                <a:solidFill>
                  <a:srgbClr val="FAF8EE"/>
                </a:solidFill>
                <a:latin typeface="Microsoft YaHei"/>
                <a:ea typeface="Microsoft YaHei"/>
              </a:rPr>
              <a:t>深</a:t>
            </a:r>
            <a:r>
              <a:rPr sz="1657" b="1" spc="-258">
                <a:solidFill>
                  <a:srgbClr val="FAF8EE"/>
                </a:solidFill>
                <a:latin typeface="Microsoft YaHei"/>
                <a:ea typeface="Microsoft YaHei"/>
              </a:rPr>
              <a:t>层</a:t>
            </a:r>
          </a:p>
        </p:txBody>
      </p:sp>
      <p:sp>
        <p:nvSpPr>
          <p:cNvPr id="24" name="source_text_10_010"/>
          <p:cNvSpPr txBox="1"/>
          <p:nvPr/>
        </p:nvSpPr>
        <p:spPr>
          <a:xfrm>
            <a:off x="3295923" y="5963555"/>
            <a:ext cx="5731406" cy="3482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同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时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考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虑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优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势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分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布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物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种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相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互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作</a:t>
            </a:r>
            <a:r>
              <a:rPr sz="2284" b="1" spc="15">
                <a:solidFill>
                  <a:srgbClr val="FFFFFF"/>
                </a:solidFill>
                <a:latin typeface="Microsoft YaHei"/>
                <a:ea typeface="Microsoft YaHei"/>
              </a:rPr>
              <a:t>用</a:t>
            </a:r>
          </a:p>
        </p:txBody>
      </p:sp>
      <p:sp>
        <p:nvSpPr>
          <p:cNvPr id="25" name="source_text_10_011"/>
          <p:cNvSpPr txBox="1"/>
          <p:nvPr/>
        </p:nvSpPr>
        <p:spPr>
          <a:xfrm>
            <a:off x="9275253" y="6505285"/>
            <a:ext cx="2705282" cy="1881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G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r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i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m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e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1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9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9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8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;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L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o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r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e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a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u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&amp;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H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e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c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t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o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r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2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0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0</a:t>
            </a:r>
            <a:r>
              <a:rPr sz="1234" b="0" spc="26">
                <a:solidFill>
                  <a:srgbClr val="61656F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8755" y="838564"/>
            <a:ext cx="3281339" cy="1006277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8755" y="1968803"/>
            <a:ext cx="3281339" cy="1006277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8755" y="3084459"/>
            <a:ext cx="3281339" cy="2712574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9473" y="838564"/>
            <a:ext cx="8385645" cy="4965760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heading_texture_0" descr="11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5" y="838564"/>
            <a:ext cx="3281339" cy="401052"/>
          </a:xfrm>
          <a:prstGeom prst="rect">
            <a:avLst/>
          </a:prstGeom>
        </p:spPr>
      </p:pic>
      <p:pic>
        <p:nvPicPr>
          <p:cNvPr id="7" name="heading_texture_1" descr="11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55" y="1968803"/>
            <a:ext cx="3281339" cy="401052"/>
          </a:xfrm>
          <a:prstGeom prst="rect">
            <a:avLst/>
          </a:prstGeom>
        </p:spPr>
      </p:pic>
      <p:pic>
        <p:nvPicPr>
          <p:cNvPr id="8" name="heading_texture_2" descr="11_heading_text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55" y="3084459"/>
            <a:ext cx="3281339" cy="393760"/>
          </a:xfrm>
          <a:prstGeom prst="rect">
            <a:avLst/>
          </a:prstGeom>
        </p:spPr>
      </p:pic>
      <p:pic>
        <p:nvPicPr>
          <p:cNvPr id="9" name="heading_texture_3" descr="11_heading_textur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473" y="838564"/>
            <a:ext cx="8385645" cy="255215"/>
          </a:xfrm>
          <a:prstGeom prst="rect">
            <a:avLst/>
          </a:prstGeom>
        </p:spPr>
      </p:pic>
      <p:pic>
        <p:nvPicPr>
          <p:cNvPr id="10" name="header_texture" descr="11_header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36478"/>
          </a:xfrm>
          <a:prstGeom prst="rect">
            <a:avLst/>
          </a:prstGeom>
        </p:spPr>
      </p:pic>
      <p:pic>
        <p:nvPicPr>
          <p:cNvPr id="11" name="takeaway_texture" descr="11_takeaway_tex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588" y="5942870"/>
            <a:ext cx="11805531" cy="707311"/>
          </a:xfrm>
          <a:prstGeom prst="rect">
            <a:avLst/>
          </a:prstGeom>
        </p:spPr>
      </p:pic>
      <p:pic>
        <p:nvPicPr>
          <p:cNvPr id="12" name="environment_gradient" descr="11_environment_gradi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99" y="4302200"/>
            <a:ext cx="3179253" cy="1451081"/>
          </a:xfrm>
          <a:prstGeom prst="rect">
            <a:avLst/>
          </a:prstGeom>
        </p:spPr>
      </p:pic>
      <p:pic>
        <p:nvPicPr>
          <p:cNvPr id="13" name="original_scientific_figure_joswig_2022_fig3.png" descr="joswig_2022_fig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8851" y="1569140"/>
            <a:ext cx="8101263" cy="3358771"/>
          </a:xfrm>
          <a:prstGeom prst="rect">
            <a:avLst/>
          </a:prstGeom>
        </p:spPr>
      </p:pic>
      <p:sp>
        <p:nvSpPr>
          <p:cNvPr id="14" name="source_text_11_000"/>
          <p:cNvSpPr txBox="1"/>
          <p:nvPr/>
        </p:nvSpPr>
        <p:spPr>
          <a:xfrm>
            <a:off x="3966775" y="65477"/>
            <a:ext cx="4396995" cy="535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环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境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过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滤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分</a:t>
            </a:r>
            <a:r>
              <a:rPr sz="3515" b="1" spc="310">
                <a:solidFill>
                  <a:srgbClr val="FFFFFF"/>
                </a:solidFill>
                <a:latin typeface="Microsoft YaHei"/>
                <a:ea typeface="Microsoft YaHei"/>
              </a:rPr>
              <a:t>化</a:t>
            </a:r>
          </a:p>
        </p:txBody>
      </p:sp>
      <p:sp>
        <p:nvSpPr>
          <p:cNvPr id="15" name="source_text_11_001"/>
          <p:cNvSpPr txBox="1"/>
          <p:nvPr/>
        </p:nvSpPr>
        <p:spPr>
          <a:xfrm>
            <a:off x="1217741" y="884547"/>
            <a:ext cx="1465665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260">
                <a:solidFill>
                  <a:srgbClr val="FFFFFF"/>
                </a:solidFill>
                <a:latin typeface="Microsoft YaHei"/>
                <a:ea typeface="Microsoft YaHei"/>
              </a:rPr>
              <a:t>气</a:t>
            </a:r>
            <a:r>
              <a:rPr sz="1816" b="1" spc="260">
                <a:solidFill>
                  <a:srgbClr val="FFFFFF"/>
                </a:solidFill>
                <a:latin typeface="Microsoft YaHei"/>
                <a:ea typeface="Microsoft YaHei"/>
              </a:rPr>
              <a:t>候</a:t>
            </a:r>
            <a:r>
              <a:rPr sz="1816" b="1" spc="260">
                <a:solidFill>
                  <a:srgbClr val="FFFFFF"/>
                </a:solidFill>
                <a:latin typeface="Microsoft YaHei"/>
                <a:ea typeface="Microsoft YaHei"/>
              </a:rPr>
              <a:t>+</a:t>
            </a:r>
            <a:r>
              <a:rPr sz="1816" b="1" spc="260">
                <a:solidFill>
                  <a:srgbClr val="FFFFFF"/>
                </a:solidFill>
                <a:latin typeface="Microsoft YaHei"/>
                <a:ea typeface="Microsoft YaHei"/>
              </a:rPr>
              <a:t>土</a:t>
            </a:r>
            <a:r>
              <a:rPr sz="1816" b="1" spc="260">
                <a:solidFill>
                  <a:srgbClr val="FFFFFF"/>
                </a:solidFill>
                <a:latin typeface="Microsoft YaHei"/>
                <a:ea typeface="Microsoft YaHei"/>
              </a:rPr>
              <a:t>壤</a:t>
            </a:r>
          </a:p>
        </p:txBody>
      </p:sp>
      <p:sp>
        <p:nvSpPr>
          <p:cNvPr id="16" name="source_text_11_003"/>
          <p:cNvSpPr txBox="1"/>
          <p:nvPr/>
        </p:nvSpPr>
        <p:spPr>
          <a:xfrm>
            <a:off x="437511" y="1353161"/>
            <a:ext cx="2253186" cy="312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spc="-7">
                <a:solidFill>
                  <a:srgbClr val="ED0D0D"/>
                </a:solidFill>
                <a:latin typeface="Microsoft YaHei"/>
                <a:ea typeface="Microsoft YaHei"/>
              </a:rPr>
              <a:t>联</a:t>
            </a:r>
            <a:r>
              <a:rPr sz="2050" b="1" spc="-7">
                <a:solidFill>
                  <a:srgbClr val="E9100E"/>
                </a:solidFill>
                <a:latin typeface="Microsoft YaHei"/>
                <a:ea typeface="Microsoft YaHei"/>
              </a:rPr>
              <a:t>合</a:t>
            </a:r>
            <a:r>
              <a:rPr sz="2050" b="1" spc="-7">
                <a:solidFill>
                  <a:srgbClr val="EB0D0C"/>
                </a:solidFill>
                <a:latin typeface="Microsoft YaHei"/>
                <a:ea typeface="Microsoft YaHei"/>
              </a:rPr>
              <a:t>解</a:t>
            </a:r>
            <a:r>
              <a:rPr sz="2050" b="1" spc="-7">
                <a:solidFill>
                  <a:srgbClr val="ED0A0A"/>
                </a:solidFill>
                <a:latin typeface="Microsoft YaHei"/>
                <a:ea typeface="Microsoft YaHei"/>
              </a:rPr>
              <a:t>释</a:t>
            </a:r>
            <a:r>
              <a:rPr sz="2050" b="1" spc="-7">
                <a:solidFill>
                  <a:srgbClr val="282728"/>
                </a:solidFill>
                <a:latin typeface="Microsoft YaHei"/>
                <a:ea typeface="Microsoft YaHei"/>
              </a:rPr>
              <a:t>性</a:t>
            </a:r>
            <a:r>
              <a:rPr sz="2050" b="1" spc="-7">
                <a:solidFill>
                  <a:srgbClr val="282728"/>
                </a:solidFill>
                <a:latin typeface="Microsoft YaHei"/>
                <a:ea typeface="Microsoft YaHei"/>
              </a:rPr>
              <a:t>状</a:t>
            </a:r>
            <a:r>
              <a:rPr sz="2050" b="1" spc="-7">
                <a:solidFill>
                  <a:srgbClr val="282728"/>
                </a:solidFill>
                <a:latin typeface="Microsoft YaHei"/>
                <a:ea typeface="Microsoft YaHei"/>
              </a:rPr>
              <a:t>变</a:t>
            </a:r>
            <a:r>
              <a:rPr sz="2050" b="1" spc="-7">
                <a:solidFill>
                  <a:srgbClr val="282728"/>
                </a:solidFill>
                <a:latin typeface="Microsoft YaHei"/>
                <a:ea typeface="Microsoft YaHei"/>
              </a:rPr>
              <a:t>异</a:t>
            </a:r>
          </a:p>
        </p:txBody>
      </p:sp>
      <p:sp>
        <p:nvSpPr>
          <p:cNvPr id="17" name="source_text_11_024"/>
          <p:cNvSpPr txBox="1"/>
          <p:nvPr/>
        </p:nvSpPr>
        <p:spPr>
          <a:xfrm>
            <a:off x="1400038" y="2000203"/>
            <a:ext cx="1115655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解</a:t>
            </a: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释</a:t>
            </a: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限</a:t>
            </a:r>
          </a:p>
        </p:txBody>
      </p:sp>
      <p:sp>
        <p:nvSpPr>
          <p:cNvPr id="18" name="source_text_11_040"/>
          <p:cNvSpPr txBox="1"/>
          <p:nvPr/>
        </p:nvSpPr>
        <p:spPr>
          <a:xfrm>
            <a:off x="437511" y="2479234"/>
            <a:ext cx="3018832" cy="2916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环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境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变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量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最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多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解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释</a:t>
            </a:r>
            <a:r>
              <a:rPr sz="1913" b="1" spc="108">
                <a:solidFill>
                  <a:srgbClr val="262526"/>
                </a:solidFill>
                <a:latin typeface="Microsoft YaHei"/>
                <a:ea typeface="Microsoft YaHei"/>
              </a:rPr>
              <a:t>约</a:t>
            </a:r>
            <a:r>
              <a:rPr sz="1913" b="1" spc="108">
                <a:solidFill>
                  <a:srgbClr val="EB0C0D"/>
                </a:solidFill>
                <a:latin typeface="Microsoft YaHei"/>
                <a:ea typeface="Microsoft YaHei"/>
              </a:rPr>
              <a:t>7</a:t>
            </a:r>
            <a:r>
              <a:rPr sz="1913" b="1" spc="108">
                <a:solidFill>
                  <a:srgbClr val="EA0C0B"/>
                </a:solidFill>
                <a:latin typeface="Microsoft YaHei"/>
                <a:ea typeface="Microsoft YaHei"/>
              </a:rPr>
              <a:t>7</a:t>
            </a:r>
            <a:r>
              <a:rPr sz="1913" b="1" spc="108">
                <a:solidFill>
                  <a:srgbClr val="EE090B"/>
                </a:solidFill>
                <a:latin typeface="Microsoft YaHei"/>
                <a:ea typeface="Microsoft YaHei"/>
              </a:rPr>
              <a:t>%</a:t>
            </a:r>
          </a:p>
        </p:txBody>
      </p:sp>
      <p:sp>
        <p:nvSpPr>
          <p:cNvPr id="19" name="source_text_11_070"/>
          <p:cNvSpPr txBox="1"/>
          <p:nvPr/>
        </p:nvSpPr>
        <p:spPr>
          <a:xfrm>
            <a:off x="1400038" y="3115858"/>
            <a:ext cx="1115655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情</a:t>
            </a: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境</a:t>
            </a: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依</a:t>
            </a:r>
            <a:r>
              <a:rPr sz="1816" b="1" spc="-29">
                <a:solidFill>
                  <a:srgbClr val="FFFFFF"/>
                </a:solidFill>
                <a:latin typeface="Microsoft YaHei"/>
                <a:ea typeface="Microsoft YaHei"/>
              </a:rPr>
              <a:t>赖</a:t>
            </a:r>
          </a:p>
        </p:txBody>
      </p:sp>
      <p:sp>
        <p:nvSpPr>
          <p:cNvPr id="20" name="source_text_11_087"/>
          <p:cNvSpPr txBox="1"/>
          <p:nvPr/>
        </p:nvSpPr>
        <p:spPr>
          <a:xfrm>
            <a:off x="430220" y="3548013"/>
            <a:ext cx="2975081" cy="312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spc="-57">
                <a:solidFill>
                  <a:srgbClr val="272626"/>
                </a:solidFill>
                <a:latin typeface="Microsoft YaHei"/>
                <a:ea typeface="Microsoft YaHei"/>
              </a:rPr>
              <a:t>经</a:t>
            </a:r>
            <a:r>
              <a:rPr sz="2050" b="1" spc="-57">
                <a:solidFill>
                  <a:srgbClr val="272626"/>
                </a:solidFill>
                <a:latin typeface="Microsoft YaHei"/>
                <a:ea typeface="Microsoft YaHei"/>
              </a:rPr>
              <a:t>济</a:t>
            </a:r>
            <a:r>
              <a:rPr sz="2050" b="1" spc="-57">
                <a:solidFill>
                  <a:srgbClr val="272626"/>
                </a:solidFill>
                <a:latin typeface="Microsoft YaHei"/>
                <a:ea typeface="Microsoft YaHei"/>
              </a:rPr>
              <a:t>性</a:t>
            </a:r>
            <a:r>
              <a:rPr sz="2050" b="1" spc="-57">
                <a:solidFill>
                  <a:srgbClr val="272626"/>
                </a:solidFill>
                <a:latin typeface="Microsoft YaHei"/>
                <a:ea typeface="Microsoft YaHei"/>
              </a:rPr>
              <a:t>状</a:t>
            </a:r>
            <a:r>
              <a:rPr sz="2050" b="1" spc="-57">
                <a:solidFill>
                  <a:srgbClr val="272626"/>
                </a:solidFill>
                <a:latin typeface="Microsoft YaHei"/>
                <a:ea typeface="Microsoft YaHei"/>
              </a:rPr>
              <a:t>更</a:t>
            </a:r>
            <a:r>
              <a:rPr sz="2050" b="1" spc="-57">
                <a:solidFill>
                  <a:srgbClr val="272626"/>
                </a:solidFill>
                <a:latin typeface="Microsoft YaHei"/>
                <a:ea typeface="Microsoft YaHei"/>
              </a:rPr>
              <a:t>受</a:t>
            </a:r>
            <a:r>
              <a:rPr sz="2050" b="1" spc="-57">
                <a:solidFill>
                  <a:srgbClr val="EF0D0E"/>
                </a:solidFill>
                <a:latin typeface="Microsoft YaHei"/>
                <a:ea typeface="Microsoft YaHei"/>
              </a:rPr>
              <a:t>气</a:t>
            </a:r>
            <a:r>
              <a:rPr sz="2050" b="1" spc="-57">
                <a:solidFill>
                  <a:srgbClr val="EE0F0D"/>
                </a:solidFill>
                <a:latin typeface="Microsoft YaHei"/>
                <a:ea typeface="Microsoft YaHei"/>
              </a:rPr>
              <a:t>候</a:t>
            </a:r>
            <a:r>
              <a:rPr sz="2050" b="1" spc="-57">
                <a:solidFill>
                  <a:srgbClr val="EA1211"/>
                </a:solidFill>
                <a:latin typeface="Microsoft YaHei"/>
                <a:ea typeface="Microsoft YaHei"/>
              </a:rPr>
              <a:t>与</a:t>
            </a:r>
            <a:r>
              <a:rPr sz="2050" b="1" spc="-57">
                <a:solidFill>
                  <a:srgbClr val="E90A0E"/>
                </a:solidFill>
                <a:latin typeface="Microsoft YaHei"/>
                <a:ea typeface="Microsoft YaHei"/>
              </a:rPr>
              <a:t>土</a:t>
            </a:r>
            <a:r>
              <a:rPr sz="2050" b="1" spc="-57">
                <a:solidFill>
                  <a:srgbClr val="ED0D0D"/>
                </a:solidFill>
                <a:latin typeface="Microsoft YaHei"/>
                <a:ea typeface="Microsoft YaHei"/>
              </a:rPr>
              <a:t>壤</a:t>
            </a:r>
          </a:p>
        </p:txBody>
      </p:sp>
      <p:sp>
        <p:nvSpPr>
          <p:cNvPr id="21" name="source_text_11_098"/>
          <p:cNvSpPr txBox="1"/>
          <p:nvPr/>
        </p:nvSpPr>
        <p:spPr>
          <a:xfrm>
            <a:off x="430220" y="3870195"/>
            <a:ext cx="1669837" cy="303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91" b="1" spc="-19">
                <a:solidFill>
                  <a:srgbClr val="EE090B"/>
                </a:solidFill>
                <a:latin typeface="Microsoft YaHei"/>
                <a:ea typeface="Microsoft YaHei"/>
              </a:rPr>
              <a:t>肥</a:t>
            </a:r>
            <a:r>
              <a:rPr sz="1991" b="1" spc="-19">
                <a:solidFill>
                  <a:srgbClr val="EB0E0D"/>
                </a:solidFill>
                <a:latin typeface="Microsoft YaHei"/>
                <a:ea typeface="Microsoft YaHei"/>
              </a:rPr>
              <a:t>力</a:t>
            </a:r>
            <a:r>
              <a:rPr sz="1991" b="1" spc="-19">
                <a:solidFill>
                  <a:srgbClr val="E90E0D"/>
                </a:solidFill>
                <a:latin typeface="Microsoft YaHei"/>
                <a:ea typeface="Microsoft YaHei"/>
              </a:rPr>
              <a:t>交</a:t>
            </a:r>
            <a:r>
              <a:rPr sz="1991" b="1" spc="-19">
                <a:solidFill>
                  <a:srgbClr val="EB0D0E"/>
                </a:solidFill>
                <a:latin typeface="Microsoft YaHei"/>
                <a:ea typeface="Microsoft YaHei"/>
              </a:rPr>
              <a:t>互</a:t>
            </a:r>
            <a:r>
              <a:rPr sz="1991" b="1" spc="-19">
                <a:solidFill>
                  <a:srgbClr val="EE0C0B"/>
                </a:solidFill>
                <a:latin typeface="Microsoft YaHei"/>
                <a:ea typeface="Microsoft YaHei"/>
              </a:rPr>
              <a:t>影</a:t>
            </a:r>
            <a:r>
              <a:rPr sz="1991" b="1" spc="-19">
                <a:solidFill>
                  <a:srgbClr val="ED0C0D"/>
                </a:solidFill>
                <a:latin typeface="Microsoft YaHei"/>
                <a:ea typeface="Microsoft YaHei"/>
              </a:rPr>
              <a:t>响</a:t>
            </a:r>
          </a:p>
        </p:txBody>
      </p:sp>
      <p:sp>
        <p:nvSpPr>
          <p:cNvPr id="22" name="source_text_11_114"/>
          <p:cNvSpPr txBox="1"/>
          <p:nvPr/>
        </p:nvSpPr>
        <p:spPr>
          <a:xfrm>
            <a:off x="3799062" y="5431889"/>
            <a:ext cx="4302200" cy="1981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原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图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: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J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o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s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w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i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g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e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t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a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l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.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2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0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2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2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,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F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i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g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.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3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;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N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a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t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E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c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o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l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E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v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o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l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6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: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 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3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6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-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5</a:t>
            </a:r>
            <a:r>
              <a:rPr sz="1299" b="0" spc="-5">
                <a:solidFill>
                  <a:srgbClr val="4B4B4C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3" name="source_text_11_115"/>
          <p:cNvSpPr txBox="1"/>
          <p:nvPr/>
        </p:nvSpPr>
        <p:spPr>
          <a:xfrm>
            <a:off x="2151100" y="6083499"/>
            <a:ext cx="8064803" cy="3750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全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球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尺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预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测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需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要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联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合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环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境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变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量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并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保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留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局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地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验</a:t>
            </a:r>
            <a:r>
              <a:rPr sz="2460" b="1" spc="127">
                <a:solidFill>
                  <a:srgbClr val="FFFFFF"/>
                </a:solidFill>
                <a:latin typeface="Microsoft YaHei"/>
                <a:ea typeface="Microsoft YaHei"/>
              </a:rPr>
              <a:t>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842" y="772937"/>
            <a:ext cx="5417856" cy="1254200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842" y="2143808"/>
            <a:ext cx="5417856" cy="1239617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842" y="3500095"/>
            <a:ext cx="5417856" cy="1144822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99119" y="765645"/>
            <a:ext cx="5986622" cy="5505358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heading_texture_0" descr="12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860440"/>
            <a:ext cx="5235559" cy="444803"/>
          </a:xfrm>
          <a:prstGeom prst="rect">
            <a:avLst/>
          </a:prstGeom>
        </p:spPr>
      </p:pic>
      <p:pic>
        <p:nvPicPr>
          <p:cNvPr id="7" name="heading_texture_1" descr="12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44" y="2216727"/>
            <a:ext cx="5235559" cy="459387"/>
          </a:xfrm>
          <a:prstGeom prst="rect">
            <a:avLst/>
          </a:prstGeom>
        </p:spPr>
      </p:pic>
      <p:pic>
        <p:nvPicPr>
          <p:cNvPr id="8" name="heading_texture_2" descr="12_heading_text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44" y="3580306"/>
            <a:ext cx="5235559" cy="444803"/>
          </a:xfrm>
          <a:prstGeom prst="rect">
            <a:avLst/>
          </a:prstGeom>
        </p:spPr>
      </p:pic>
      <p:pic>
        <p:nvPicPr>
          <p:cNvPr id="9" name="header_texture" descr="12_header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4" y="58334"/>
            <a:ext cx="12009703" cy="612516"/>
          </a:xfrm>
          <a:prstGeom prst="rect">
            <a:avLst/>
          </a:prstGeom>
        </p:spPr>
      </p:pic>
      <p:pic>
        <p:nvPicPr>
          <p:cNvPr id="10" name="takeaway_texture" descr="12_takeaway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4" y="6373090"/>
            <a:ext cx="12009703" cy="401052"/>
          </a:xfrm>
          <a:prstGeom prst="rect">
            <a:avLst/>
          </a:prstGeom>
        </p:spPr>
      </p:pic>
      <p:pic>
        <p:nvPicPr>
          <p:cNvPr id="11" name="trait_database" descr="12_trait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50" y="4739712"/>
            <a:ext cx="5417856" cy="1516708"/>
          </a:xfrm>
          <a:prstGeom prst="rect">
            <a:avLst/>
          </a:prstGeom>
        </p:spPr>
      </p:pic>
      <p:pic>
        <p:nvPicPr>
          <p:cNvPr id="12" name="original_scientific_figure_corre_2024_fig1.png" descr="corre_2024_fig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8519" y="809397"/>
            <a:ext cx="3781353" cy="5293894"/>
          </a:xfrm>
          <a:prstGeom prst="rect">
            <a:avLst/>
          </a:prstGeom>
        </p:spPr>
      </p:pic>
      <p:sp>
        <p:nvSpPr>
          <p:cNvPr id="13" name="source_text_12_000"/>
          <p:cNvSpPr txBox="1"/>
          <p:nvPr/>
        </p:nvSpPr>
        <p:spPr>
          <a:xfrm>
            <a:off x="495846" y="131916"/>
            <a:ext cx="7605416" cy="4330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当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前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瓶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颈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维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、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数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据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偏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差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尺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2841" b="1" spc="278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</a:p>
        </p:txBody>
      </p:sp>
      <p:sp>
        <p:nvSpPr>
          <p:cNvPr id="14" name="source_text_12_001"/>
          <p:cNvSpPr txBox="1"/>
          <p:nvPr/>
        </p:nvSpPr>
        <p:spPr>
          <a:xfrm>
            <a:off x="634392" y="928753"/>
            <a:ext cx="721894" cy="3223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5" b="1" spc="-67">
                <a:solidFill>
                  <a:srgbClr val="FFFFFF"/>
                </a:solidFill>
                <a:latin typeface="Microsoft YaHei"/>
                <a:ea typeface="Microsoft YaHei"/>
              </a:rPr>
              <a:t>T</a:t>
            </a:r>
            <a:r>
              <a:rPr sz="2115" b="1" spc="-67">
                <a:solidFill>
                  <a:srgbClr val="FFFFFF"/>
                </a:solidFill>
                <a:latin typeface="Microsoft YaHei"/>
                <a:ea typeface="Microsoft YaHei"/>
              </a:rPr>
              <a:t>R</a:t>
            </a:r>
            <a:r>
              <a:rPr sz="2115" b="1" spc="-67">
                <a:solidFill>
                  <a:srgbClr val="FFFFFF"/>
                </a:solidFill>
                <a:latin typeface="Microsoft YaHei"/>
                <a:ea typeface="Microsoft YaHei"/>
              </a:rPr>
              <a:t>Y</a:t>
            </a:r>
          </a:p>
        </p:txBody>
      </p:sp>
      <p:sp>
        <p:nvSpPr>
          <p:cNvPr id="15" name="source_text_12_008"/>
          <p:cNvSpPr txBox="1"/>
          <p:nvPr/>
        </p:nvSpPr>
        <p:spPr>
          <a:xfrm>
            <a:off x="597933" y="1410157"/>
            <a:ext cx="4695961" cy="321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spc="-20">
                <a:solidFill>
                  <a:srgbClr val="CF0808"/>
                </a:solidFill>
                <a:latin typeface="Microsoft YaHei"/>
                <a:ea typeface="Microsoft YaHei"/>
              </a:rPr>
              <a:t>覆</a:t>
            </a:r>
            <a:r>
              <a:rPr sz="2109" b="1" spc="-20">
                <a:solidFill>
                  <a:srgbClr val="CF0908"/>
                </a:solidFill>
                <a:latin typeface="Microsoft YaHei"/>
                <a:ea typeface="Microsoft YaHei"/>
              </a:rPr>
              <a:t>盖</a:t>
            </a:r>
            <a:r>
              <a:rPr sz="2109" b="1" spc="-20">
                <a:solidFill>
                  <a:srgbClr val="CA0C0D"/>
                </a:solidFill>
                <a:latin typeface="Microsoft YaHei"/>
                <a:ea typeface="Microsoft YaHei"/>
              </a:rPr>
              <a:t>广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，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但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存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在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地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理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、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谱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系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与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功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能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偏</a:t>
            </a:r>
            <a:r>
              <a:rPr sz="2109" b="1" spc="-20">
                <a:solidFill>
                  <a:srgbClr val="1F1F1F"/>
                </a:solidFill>
                <a:latin typeface="Microsoft YaHei"/>
                <a:ea typeface="Microsoft YaHei"/>
              </a:rPr>
              <a:t>差</a:t>
            </a:r>
          </a:p>
        </p:txBody>
      </p:sp>
      <p:sp>
        <p:nvSpPr>
          <p:cNvPr id="16" name="source_text_12_015"/>
          <p:cNvSpPr txBox="1"/>
          <p:nvPr/>
        </p:nvSpPr>
        <p:spPr>
          <a:xfrm>
            <a:off x="641684" y="2293572"/>
            <a:ext cx="1028153" cy="3141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1" b="1" spc="-43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r>
              <a:rPr sz="2061" b="1" spc="-43">
                <a:solidFill>
                  <a:srgbClr val="FFFFFF"/>
                </a:solidFill>
                <a:latin typeface="Microsoft YaHei"/>
                <a:ea typeface="Microsoft YaHei"/>
              </a:rPr>
              <a:t>o</a:t>
            </a:r>
            <a:r>
              <a:rPr sz="2061" b="1" spc="-43">
                <a:solidFill>
                  <a:srgbClr val="FFFFFF"/>
                </a:solidFill>
                <a:latin typeface="Microsoft YaHei"/>
                <a:ea typeface="Microsoft YaHei"/>
              </a:rPr>
              <a:t>R</a:t>
            </a:r>
            <a:r>
              <a:rPr sz="2061" b="1" spc="-43">
                <a:solidFill>
                  <a:srgbClr val="FFFFFF"/>
                </a:solidFill>
                <a:latin typeface="Microsoft YaHei"/>
                <a:ea typeface="Microsoft YaHei"/>
              </a:rPr>
              <a:t>R</a:t>
            </a:r>
            <a:r>
              <a:rPr sz="2061" b="1" spc="-43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17" name="source_text_12_023"/>
          <p:cNvSpPr txBox="1"/>
          <p:nvPr/>
        </p:nvSpPr>
        <p:spPr>
          <a:xfrm>
            <a:off x="605224" y="2786980"/>
            <a:ext cx="4579291" cy="330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7" b="1" spc="-43">
                <a:solidFill>
                  <a:srgbClr val="C90808"/>
                </a:solidFill>
                <a:latin typeface="Microsoft YaHei"/>
                <a:ea typeface="Microsoft YaHei"/>
              </a:rPr>
              <a:t>1</a:t>
            </a:r>
            <a:r>
              <a:rPr sz="2167" b="1" spc="-43">
                <a:solidFill>
                  <a:srgbClr val="CD0C0D"/>
                </a:solidFill>
                <a:latin typeface="Microsoft YaHei"/>
                <a:ea typeface="Microsoft YaHei"/>
              </a:rPr>
              <a:t>7</a:t>
            </a:r>
            <a:r>
              <a:rPr sz="2167" b="1" spc="-43">
                <a:solidFill>
                  <a:srgbClr val="CF0D0C"/>
                </a:solidFill>
                <a:latin typeface="Microsoft YaHei"/>
                <a:ea typeface="Microsoft YaHei"/>
              </a:rPr>
              <a:t>个</a:t>
            </a:r>
            <a:r>
              <a:rPr sz="2167" b="1" spc="-43">
                <a:solidFill>
                  <a:srgbClr val="C80606"/>
                </a:solidFill>
                <a:latin typeface="Microsoft YaHei"/>
                <a:ea typeface="Microsoft YaHei"/>
              </a:rPr>
              <a:t>性</a:t>
            </a:r>
            <a:r>
              <a:rPr sz="2167" b="1" spc="-43">
                <a:solidFill>
                  <a:srgbClr val="CA0808"/>
                </a:solidFill>
                <a:latin typeface="Microsoft YaHei"/>
                <a:ea typeface="Microsoft YaHei"/>
              </a:rPr>
              <a:t>状</a:t>
            </a:r>
            <a:r>
              <a:rPr sz="2167" b="1" spc="-43">
                <a:solidFill>
                  <a:srgbClr val="D20D0C"/>
                </a:solidFill>
                <a:latin typeface="Microsoft YaHei"/>
                <a:ea typeface="Microsoft YaHei"/>
              </a:rPr>
              <a:t>；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插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补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质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量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受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数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据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结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构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限</a:t>
            </a:r>
            <a:r>
              <a:rPr sz="2167" b="1" spc="-43">
                <a:solidFill>
                  <a:srgbClr val="323232"/>
                </a:solidFill>
                <a:latin typeface="Microsoft YaHei"/>
                <a:ea typeface="Microsoft YaHei"/>
              </a:rPr>
              <a:t>制</a:t>
            </a:r>
          </a:p>
        </p:txBody>
      </p:sp>
      <p:sp>
        <p:nvSpPr>
          <p:cNvPr id="18" name="source_text_12_034"/>
          <p:cNvSpPr txBox="1"/>
          <p:nvPr/>
        </p:nvSpPr>
        <p:spPr>
          <a:xfrm>
            <a:off x="641684" y="3623610"/>
            <a:ext cx="1173990" cy="294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3" b="1" spc="29">
                <a:solidFill>
                  <a:srgbClr val="FFFFFF"/>
                </a:solidFill>
                <a:latin typeface="Microsoft YaHei"/>
                <a:ea typeface="Microsoft YaHei"/>
              </a:rPr>
              <a:t>尺</a:t>
            </a:r>
            <a:r>
              <a:rPr sz="1933" b="1" spc="29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1933" b="1" spc="29">
                <a:solidFill>
                  <a:srgbClr val="FFFFFF"/>
                </a:solidFill>
                <a:latin typeface="Microsoft YaHei"/>
                <a:ea typeface="Microsoft YaHei"/>
              </a:rPr>
              <a:t>错</a:t>
            </a:r>
            <a:r>
              <a:rPr sz="1933" b="1" spc="29">
                <a:solidFill>
                  <a:srgbClr val="FFFFFF"/>
                </a:solidFill>
                <a:latin typeface="Microsoft YaHei"/>
                <a:ea typeface="Microsoft YaHei"/>
              </a:rPr>
              <a:t>配</a:t>
            </a:r>
          </a:p>
        </p:txBody>
      </p:sp>
      <p:sp>
        <p:nvSpPr>
          <p:cNvPr id="19" name="source_text_12_038"/>
          <p:cNvSpPr txBox="1"/>
          <p:nvPr/>
        </p:nvSpPr>
        <p:spPr>
          <a:xfrm>
            <a:off x="605224" y="4122731"/>
            <a:ext cx="3923023" cy="321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9" b="1" spc="0">
                <a:solidFill>
                  <a:srgbClr val="CF0A09"/>
                </a:solidFill>
                <a:latin typeface="Microsoft YaHei"/>
                <a:ea typeface="Microsoft YaHei"/>
              </a:rPr>
              <a:t>性</a:t>
            </a:r>
            <a:r>
              <a:rPr sz="2109" b="1" spc="0">
                <a:solidFill>
                  <a:srgbClr val="CF0B0A"/>
                </a:solidFill>
                <a:latin typeface="Microsoft YaHei"/>
                <a:ea typeface="Microsoft YaHei"/>
              </a:rPr>
              <a:t>状</a:t>
            </a:r>
            <a:r>
              <a:rPr sz="2109" b="1" spc="0">
                <a:solidFill>
                  <a:srgbClr val="CA1111"/>
                </a:solidFill>
                <a:latin typeface="Microsoft YaHei"/>
                <a:ea typeface="Microsoft YaHei"/>
              </a:rPr>
              <a:t>一</a:t>
            </a:r>
            <a:r>
              <a:rPr sz="2109" b="1" spc="0">
                <a:solidFill>
                  <a:srgbClr val="CB0706"/>
                </a:solidFill>
                <a:latin typeface="Microsoft YaHei"/>
                <a:ea typeface="Microsoft YaHei"/>
              </a:rPr>
              <a:t>功</a:t>
            </a:r>
            <a:r>
              <a:rPr sz="2109" b="1" spc="0">
                <a:solidFill>
                  <a:srgbClr val="D10808"/>
                </a:solidFill>
                <a:latin typeface="Microsoft YaHei"/>
                <a:ea typeface="Microsoft YaHei"/>
              </a:rPr>
              <a:t>能</a:t>
            </a:r>
            <a:r>
              <a:rPr sz="2109" b="1" spc="0">
                <a:solidFill>
                  <a:srgbClr val="CB0A0A"/>
                </a:solidFill>
                <a:latin typeface="Microsoft YaHei"/>
                <a:ea typeface="Microsoft YaHei"/>
              </a:rPr>
              <a:t>关</a:t>
            </a:r>
            <a:r>
              <a:rPr sz="2109" b="1" spc="0">
                <a:solidFill>
                  <a:srgbClr val="CE0C0B"/>
                </a:solidFill>
                <a:latin typeface="Microsoft YaHei"/>
                <a:ea typeface="Microsoft YaHei"/>
              </a:rPr>
              <a:t>系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需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要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同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尺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度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验</a:t>
            </a:r>
            <a:r>
              <a:rPr sz="2109" b="1" spc="0">
                <a:solidFill>
                  <a:srgbClr val="323232"/>
                </a:solidFill>
                <a:latin typeface="Microsoft YaHei"/>
                <a:ea typeface="Microsoft YaHei"/>
              </a:rPr>
              <a:t>证</a:t>
            </a:r>
          </a:p>
        </p:txBody>
      </p:sp>
      <p:sp>
        <p:nvSpPr>
          <p:cNvPr id="20" name="source_text_12_046"/>
          <p:cNvSpPr txBox="1"/>
          <p:nvPr/>
        </p:nvSpPr>
        <p:spPr>
          <a:xfrm>
            <a:off x="8750239" y="6098248"/>
            <a:ext cx="3237588" cy="1308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原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图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：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C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o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R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R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E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T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r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a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i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t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 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D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a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t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a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2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0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2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4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,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F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i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g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，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1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；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S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c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i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e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n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t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i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f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i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c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D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a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t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a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1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1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: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7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9</a:t>
            </a:r>
            <a:r>
              <a:rPr sz="858" b="0" spc="17">
                <a:solidFill>
                  <a:srgbClr val="585858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1" name="source_text_12_047"/>
          <p:cNvSpPr txBox="1"/>
          <p:nvPr/>
        </p:nvSpPr>
        <p:spPr>
          <a:xfrm>
            <a:off x="3529263" y="6427196"/>
            <a:ext cx="5279311" cy="2712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数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据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库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增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了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可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比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验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证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决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定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预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测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边</a:t>
            </a:r>
            <a:r>
              <a:rPr sz="1779" b="0" spc="241">
                <a:solidFill>
                  <a:srgbClr val="FFFFFF"/>
                </a:solidFill>
                <a:latin typeface="Microsoft YaHei"/>
                <a:ea typeface="Microsoft YaHei"/>
              </a:rPr>
              <a:t>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7090" y="1225033"/>
            <a:ext cx="2690698" cy="3835521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39674" y="1225033"/>
            <a:ext cx="2595904" cy="3835521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14755" y="1225033"/>
            <a:ext cx="2479234" cy="3835521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87751" y="1225033"/>
            <a:ext cx="2756325" cy="3835521"/>
          </a:xfrm>
          <a:prstGeom prst="rect">
            <a:avLst/>
          </a:prstGeom>
          <a:solidFill>
            <a:srgbClr val="FFFFFF"/>
          </a:solidFill>
          <a:ln w="5715">
            <a:solidFill>
              <a:srgbClr val="62B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heading_texture_0" descr="13_heading_textur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" y="1225033"/>
            <a:ext cx="2690698" cy="437511"/>
          </a:xfrm>
          <a:prstGeom prst="rect">
            <a:avLst/>
          </a:prstGeom>
        </p:spPr>
      </p:pic>
      <p:pic>
        <p:nvPicPr>
          <p:cNvPr id="7" name="heading_texture_1" descr="13_heading_text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674" y="1225033"/>
            <a:ext cx="2595904" cy="437511"/>
          </a:xfrm>
          <a:prstGeom prst="rect">
            <a:avLst/>
          </a:prstGeom>
        </p:spPr>
      </p:pic>
      <p:pic>
        <p:nvPicPr>
          <p:cNvPr id="8" name="heading_texture_2" descr="13_heading_text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755" y="1225033"/>
            <a:ext cx="2479234" cy="437511"/>
          </a:xfrm>
          <a:prstGeom prst="rect">
            <a:avLst/>
          </a:prstGeom>
        </p:spPr>
      </p:pic>
      <p:pic>
        <p:nvPicPr>
          <p:cNvPr id="9" name="heading_texture_3" descr="13_heading_textur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751" y="1225033"/>
            <a:ext cx="2756325" cy="437511"/>
          </a:xfrm>
          <a:prstGeom prst="rect">
            <a:avLst/>
          </a:prstGeom>
        </p:spPr>
      </p:pic>
      <p:pic>
        <p:nvPicPr>
          <p:cNvPr id="10" name="header_texture" descr="13_header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53" y="371885"/>
            <a:ext cx="11929492" cy="714602"/>
          </a:xfrm>
          <a:prstGeom prst="rect">
            <a:avLst/>
          </a:prstGeom>
        </p:spPr>
      </p:pic>
      <p:pic>
        <p:nvPicPr>
          <p:cNvPr id="11" name="takeaway_texture" descr="13_takeaway_tex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923" y="5957454"/>
            <a:ext cx="11696153" cy="525014"/>
          </a:xfrm>
          <a:prstGeom prst="rect">
            <a:avLst/>
          </a:prstGeom>
        </p:spPr>
      </p:pic>
      <p:pic>
        <p:nvPicPr>
          <p:cNvPr id="12" name="target_function" descr="13_target_fun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382" y="2333397"/>
            <a:ext cx="2676114" cy="2727157"/>
          </a:xfrm>
          <a:prstGeom prst="rect">
            <a:avLst/>
          </a:prstGeom>
        </p:spPr>
      </p:pic>
      <p:pic>
        <p:nvPicPr>
          <p:cNvPr id="13" name="trait_measurement" descr="13_trait_measure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966" y="2333397"/>
            <a:ext cx="2581320" cy="2727157"/>
          </a:xfrm>
          <a:prstGeom prst="rect">
            <a:avLst/>
          </a:prstGeom>
        </p:spPr>
      </p:pic>
      <p:pic>
        <p:nvPicPr>
          <p:cNvPr id="14" name="community_indices" descr="13_community_indic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2047" y="2333397"/>
            <a:ext cx="2464650" cy="2727157"/>
          </a:xfrm>
          <a:prstGeom prst="rect">
            <a:avLst/>
          </a:prstGeom>
        </p:spPr>
      </p:pic>
      <p:pic>
        <p:nvPicPr>
          <p:cNvPr id="15" name="cross_scale" descr="13_cross_sca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5043" y="2333397"/>
            <a:ext cx="2741741" cy="2727157"/>
          </a:xfrm>
          <a:prstGeom prst="rect">
            <a:avLst/>
          </a:prstGeom>
        </p:spPr>
      </p:pic>
      <p:pic>
        <p:nvPicPr>
          <p:cNvPr id="16" name="research_loop" descr="13_research_lo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923" y="5155349"/>
            <a:ext cx="11696153" cy="751062"/>
          </a:xfrm>
          <a:prstGeom prst="rect">
            <a:avLst/>
          </a:prstGeom>
        </p:spPr>
      </p:pic>
      <p:pic>
        <p:nvPicPr>
          <p:cNvPr id="17" name="connector_0" descr="13_connector_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7789" y="2843827"/>
            <a:ext cx="371885" cy="656267"/>
          </a:xfrm>
          <a:prstGeom prst="rect">
            <a:avLst/>
          </a:prstGeom>
        </p:spPr>
      </p:pic>
      <p:pic>
        <p:nvPicPr>
          <p:cNvPr id="18" name="connector_1" descr="13_connector_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5578" y="2843827"/>
            <a:ext cx="379177" cy="656267"/>
          </a:xfrm>
          <a:prstGeom prst="rect">
            <a:avLst/>
          </a:prstGeom>
        </p:spPr>
      </p:pic>
      <p:pic>
        <p:nvPicPr>
          <p:cNvPr id="19" name="connector_2" descr="13_connector_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3990" y="2843827"/>
            <a:ext cx="393760" cy="656267"/>
          </a:xfrm>
          <a:prstGeom prst="rect">
            <a:avLst/>
          </a:prstGeom>
        </p:spPr>
      </p:pic>
      <p:sp>
        <p:nvSpPr>
          <p:cNvPr id="20" name="source_text_13_000"/>
          <p:cNvSpPr txBox="1"/>
          <p:nvPr/>
        </p:nvSpPr>
        <p:spPr>
          <a:xfrm>
            <a:off x="430220" y="445994"/>
            <a:ext cx="7386660" cy="526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研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究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设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计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先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定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义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再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选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择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3456" b="1" spc="118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</a:p>
        </p:txBody>
      </p:sp>
      <p:sp>
        <p:nvSpPr>
          <p:cNvPr id="21" name="source_text_13_001"/>
          <p:cNvSpPr txBox="1"/>
          <p:nvPr/>
        </p:nvSpPr>
        <p:spPr>
          <a:xfrm>
            <a:off x="444803" y="1300184"/>
            <a:ext cx="1502124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129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r>
              <a:rPr sz="1816" b="1" spc="129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r>
              <a:rPr sz="1816" b="1" spc="129">
                <a:solidFill>
                  <a:srgbClr val="FFFFFF"/>
                </a:solidFill>
                <a:latin typeface="Microsoft YaHei"/>
                <a:ea typeface="Microsoft YaHei"/>
              </a:rPr>
              <a:t>目</a:t>
            </a:r>
            <a:r>
              <a:rPr sz="1816" b="1" spc="129">
                <a:solidFill>
                  <a:srgbClr val="FFFFFF"/>
                </a:solidFill>
                <a:latin typeface="Microsoft YaHei"/>
                <a:ea typeface="Microsoft YaHei"/>
              </a:rPr>
              <a:t>标</a:t>
            </a:r>
            <a:r>
              <a:rPr sz="1816" b="1" spc="129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1816" b="1" spc="129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</a:p>
        </p:txBody>
      </p:sp>
      <p:sp>
        <p:nvSpPr>
          <p:cNvPr id="22" name="source_text_13_002"/>
          <p:cNvSpPr txBox="1"/>
          <p:nvPr/>
        </p:nvSpPr>
        <p:spPr>
          <a:xfrm>
            <a:off x="3500095" y="1300184"/>
            <a:ext cx="1509416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120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r>
              <a:rPr sz="1816" b="1" spc="12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r>
              <a:rPr sz="1816" b="1" spc="120">
                <a:solidFill>
                  <a:srgbClr val="FFFFFF"/>
                </a:solidFill>
                <a:latin typeface="Microsoft YaHei"/>
                <a:ea typeface="Microsoft YaHei"/>
              </a:rPr>
              <a:t>机</a:t>
            </a:r>
            <a:r>
              <a:rPr sz="1816" b="1" spc="120">
                <a:solidFill>
                  <a:srgbClr val="FFFFFF"/>
                </a:solidFill>
                <a:latin typeface="Microsoft YaHei"/>
                <a:ea typeface="Microsoft YaHei"/>
              </a:rPr>
              <a:t>制</a:t>
            </a:r>
            <a:r>
              <a:rPr sz="1816" b="1" spc="120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1816" b="1" spc="120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</a:p>
        </p:txBody>
      </p:sp>
      <p:sp>
        <p:nvSpPr>
          <p:cNvPr id="23" name="source_text_13_003"/>
          <p:cNvSpPr txBox="1"/>
          <p:nvPr/>
        </p:nvSpPr>
        <p:spPr>
          <a:xfrm>
            <a:off x="6475177" y="1300184"/>
            <a:ext cx="1502124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9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r>
              <a:rPr sz="1816" b="1" spc="9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r>
              <a:rPr sz="1816" b="1" spc="91">
                <a:solidFill>
                  <a:srgbClr val="FFFFFF"/>
                </a:solidFill>
                <a:latin typeface="Microsoft YaHei"/>
                <a:ea typeface="Microsoft YaHei"/>
              </a:rPr>
              <a:t>群</a:t>
            </a:r>
            <a:r>
              <a:rPr sz="1816" b="1" spc="91">
                <a:solidFill>
                  <a:srgbClr val="FFFFFF"/>
                </a:solidFill>
                <a:latin typeface="Microsoft YaHei"/>
                <a:ea typeface="Microsoft YaHei"/>
              </a:rPr>
              <a:t>落</a:t>
            </a:r>
            <a:r>
              <a:rPr sz="1816" b="1" spc="91">
                <a:solidFill>
                  <a:srgbClr val="FFFFFF"/>
                </a:solidFill>
                <a:latin typeface="Microsoft YaHei"/>
                <a:ea typeface="Microsoft YaHei"/>
              </a:rPr>
              <a:t>指</a:t>
            </a:r>
            <a:r>
              <a:rPr sz="1816" b="1" spc="91">
                <a:solidFill>
                  <a:srgbClr val="FFFFFF"/>
                </a:solidFill>
                <a:latin typeface="Microsoft YaHei"/>
                <a:ea typeface="Microsoft YaHei"/>
              </a:rPr>
              <a:t>标</a:t>
            </a:r>
          </a:p>
        </p:txBody>
      </p:sp>
      <p:sp>
        <p:nvSpPr>
          <p:cNvPr id="24" name="source_text_13_004"/>
          <p:cNvSpPr txBox="1"/>
          <p:nvPr/>
        </p:nvSpPr>
        <p:spPr>
          <a:xfrm>
            <a:off x="9340880" y="1300184"/>
            <a:ext cx="1728172" cy="2767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跨</a:t>
            </a: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尺</a:t>
            </a: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度</a:t>
            </a: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验</a:t>
            </a:r>
            <a:r>
              <a:rPr sz="1816" b="1" spc="127">
                <a:solidFill>
                  <a:srgbClr val="FFFFFF"/>
                </a:solidFill>
                <a:latin typeface="Microsoft YaHei"/>
                <a:ea typeface="Microsoft YaHei"/>
              </a:rPr>
              <a:t>证</a:t>
            </a:r>
          </a:p>
        </p:txBody>
      </p:sp>
      <p:sp>
        <p:nvSpPr>
          <p:cNvPr id="25" name="source_text_13_005"/>
          <p:cNvSpPr txBox="1"/>
          <p:nvPr/>
        </p:nvSpPr>
        <p:spPr>
          <a:xfrm>
            <a:off x="422928" y="1868354"/>
            <a:ext cx="2581320" cy="232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3" b="0" spc="-145">
                <a:solidFill>
                  <a:srgbClr val="D8201E"/>
                </a:solidFill>
                <a:latin typeface="Microsoft YaHei"/>
                <a:ea typeface="Microsoft YaHei"/>
              </a:rPr>
              <a:t>生</a:t>
            </a:r>
            <a:r>
              <a:rPr sz="1523" b="0" spc="-145">
                <a:solidFill>
                  <a:srgbClr val="D71B17"/>
                </a:solidFill>
                <a:latin typeface="Microsoft YaHei"/>
                <a:ea typeface="Microsoft YaHei"/>
              </a:rPr>
              <a:t>产</a:t>
            </a:r>
            <a:r>
              <a:rPr sz="1523" b="0" spc="-145">
                <a:solidFill>
                  <a:srgbClr val="D81416"/>
                </a:solidFill>
                <a:latin typeface="Microsoft YaHei"/>
                <a:ea typeface="Microsoft YaHei"/>
              </a:rPr>
              <a:t>力</a:t>
            </a:r>
            <a:r>
              <a:rPr sz="1523" b="0" spc="-145">
                <a:solidFill>
                  <a:srgbClr val="F0B0B0"/>
                </a:solidFill>
                <a:latin typeface="Microsoft YaHei"/>
                <a:ea typeface="Microsoft YaHei"/>
              </a:rPr>
              <a:t>·</a:t>
            </a:r>
            <a:r>
              <a:rPr sz="1523" b="0" spc="-145">
                <a:solidFill>
                  <a:srgbClr val="D81B1F"/>
                </a:solidFill>
                <a:latin typeface="Microsoft YaHei"/>
                <a:ea typeface="Microsoft YaHei"/>
              </a:rPr>
              <a:t>碳</a:t>
            </a:r>
            <a:r>
              <a:rPr sz="1523" b="0" spc="-145">
                <a:solidFill>
                  <a:srgbClr val="D81D1D"/>
                </a:solidFill>
                <a:latin typeface="Microsoft YaHei"/>
                <a:ea typeface="Microsoft YaHei"/>
              </a:rPr>
              <a:t>循</a:t>
            </a:r>
            <a:r>
              <a:rPr sz="1523" b="0" spc="-145">
                <a:solidFill>
                  <a:srgbClr val="DB2127"/>
                </a:solidFill>
                <a:latin typeface="Microsoft YaHei"/>
                <a:ea typeface="Microsoft YaHei"/>
              </a:rPr>
              <a:t>环</a:t>
            </a:r>
            <a:r>
              <a:rPr sz="1523" b="0" spc="-145">
                <a:solidFill>
                  <a:srgbClr val="F0B0B0"/>
                </a:solidFill>
                <a:latin typeface="Microsoft YaHei"/>
                <a:ea typeface="Microsoft YaHei"/>
              </a:rPr>
              <a:t>·</a:t>
            </a:r>
            <a:r>
              <a:rPr sz="1523" b="0" spc="-145">
                <a:solidFill>
                  <a:srgbClr val="D61415"/>
                </a:solidFill>
                <a:latin typeface="Microsoft YaHei"/>
                <a:ea typeface="Microsoft YaHei"/>
              </a:rPr>
              <a:t>抗</a:t>
            </a:r>
            <a:r>
              <a:rPr sz="1523" b="0" spc="-145">
                <a:solidFill>
                  <a:srgbClr val="DA1D1D"/>
                </a:solidFill>
                <a:latin typeface="Microsoft YaHei"/>
                <a:ea typeface="Microsoft YaHei"/>
              </a:rPr>
              <a:t>旱</a:t>
            </a:r>
            <a:r>
              <a:rPr sz="1523" b="0" spc="-145">
                <a:solidFill>
                  <a:srgbClr val="E26168"/>
                </a:solidFill>
                <a:latin typeface="Microsoft YaHei"/>
                <a:ea typeface="Microsoft YaHei"/>
              </a:rPr>
              <a:t>·</a:t>
            </a:r>
            <a:r>
              <a:rPr sz="1523" b="0" spc="-145">
                <a:solidFill>
                  <a:srgbClr val="D32A28"/>
                </a:solidFill>
                <a:latin typeface="Microsoft YaHei"/>
                <a:ea typeface="Microsoft YaHei"/>
              </a:rPr>
              <a:t>微</a:t>
            </a:r>
            <a:r>
              <a:rPr sz="1523" b="0" spc="-145">
                <a:solidFill>
                  <a:srgbClr val="D52828"/>
                </a:solidFill>
                <a:latin typeface="Microsoft YaHei"/>
                <a:ea typeface="Microsoft YaHei"/>
              </a:rPr>
              <a:t>气</a:t>
            </a:r>
            <a:r>
              <a:rPr sz="1523" b="0" spc="-145">
                <a:solidFill>
                  <a:srgbClr val="D62D2E"/>
                </a:solidFill>
                <a:latin typeface="Microsoft YaHei"/>
                <a:ea typeface="Microsoft YaHei"/>
              </a:rPr>
              <a:t>候</a:t>
            </a:r>
            <a:r>
              <a:rPr sz="1523" b="0" spc="-145">
                <a:solidFill>
                  <a:srgbClr val="D31B1E"/>
                </a:solidFill>
                <a:latin typeface="Microsoft YaHei"/>
                <a:ea typeface="Microsoft YaHei"/>
              </a:rPr>
              <a:t>缓</a:t>
            </a:r>
            <a:r>
              <a:rPr sz="1523" b="0" spc="-145">
                <a:solidFill>
                  <a:srgbClr val="D51C17"/>
                </a:solidFill>
                <a:latin typeface="Microsoft YaHei"/>
                <a:ea typeface="Microsoft YaHei"/>
              </a:rPr>
              <a:t>冲</a:t>
            </a:r>
          </a:p>
        </p:txBody>
      </p:sp>
      <p:sp>
        <p:nvSpPr>
          <p:cNvPr id="26" name="source_text_13_006"/>
          <p:cNvSpPr txBox="1"/>
          <p:nvPr/>
        </p:nvSpPr>
        <p:spPr>
          <a:xfrm>
            <a:off x="3594889" y="1867629"/>
            <a:ext cx="2282354" cy="236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spc="62">
                <a:solidFill>
                  <a:srgbClr val="D91718"/>
                </a:solidFill>
                <a:latin typeface="Microsoft YaHei"/>
                <a:ea typeface="Microsoft YaHei"/>
              </a:rPr>
              <a:t>叶</a:t>
            </a:r>
            <a:r>
              <a:rPr sz="1555" b="0" spc="62">
                <a:solidFill>
                  <a:srgbClr val="DA2322"/>
                </a:solidFill>
                <a:latin typeface="Microsoft YaHei"/>
                <a:ea typeface="Microsoft YaHei"/>
              </a:rPr>
              <a:t>片</a:t>
            </a:r>
            <a:r>
              <a:rPr sz="1555" b="0" spc="62">
                <a:solidFill>
                  <a:srgbClr val="DA1919"/>
                </a:solidFill>
                <a:latin typeface="Microsoft YaHei"/>
                <a:ea typeface="Microsoft YaHei"/>
              </a:rPr>
              <a:t>+</a:t>
            </a:r>
            <a:r>
              <a:rPr sz="1555" b="0" spc="62">
                <a:solidFill>
                  <a:srgbClr val="D91F20"/>
                </a:solidFill>
                <a:latin typeface="Microsoft YaHei"/>
                <a:ea typeface="Microsoft YaHei"/>
              </a:rPr>
              <a:t>根</a:t>
            </a:r>
            <a:r>
              <a:rPr sz="1555" b="0" spc="62">
                <a:solidFill>
                  <a:srgbClr val="D61416"/>
                </a:solidFill>
                <a:latin typeface="Microsoft YaHei"/>
                <a:ea typeface="Microsoft YaHei"/>
              </a:rPr>
              <a:t>系</a:t>
            </a:r>
            <a:r>
              <a:rPr sz="1555" b="0" spc="62">
                <a:solidFill>
                  <a:srgbClr val="D81A1E"/>
                </a:solidFill>
                <a:latin typeface="Microsoft YaHei"/>
                <a:ea typeface="Microsoft YaHei"/>
              </a:rPr>
              <a:t>+</a:t>
            </a:r>
            <a:r>
              <a:rPr sz="1555" b="0" spc="62">
                <a:solidFill>
                  <a:srgbClr val="D71318"/>
                </a:solidFill>
                <a:latin typeface="Microsoft YaHei"/>
                <a:ea typeface="Microsoft YaHei"/>
              </a:rPr>
              <a:t>水</a:t>
            </a:r>
            <a:r>
              <a:rPr sz="1555" b="0" spc="62">
                <a:solidFill>
                  <a:srgbClr val="D60E13"/>
                </a:solidFill>
                <a:latin typeface="Microsoft YaHei"/>
                <a:ea typeface="Microsoft YaHei"/>
              </a:rPr>
              <a:t>力</a:t>
            </a:r>
            <a:r>
              <a:rPr sz="1555" b="0" spc="62">
                <a:solidFill>
                  <a:srgbClr val="D81618"/>
                </a:solidFill>
                <a:latin typeface="Microsoft YaHei"/>
                <a:ea typeface="Microsoft YaHei"/>
              </a:rPr>
              <a:t>+</a:t>
            </a:r>
            <a:r>
              <a:rPr sz="1555" b="0" spc="62">
                <a:solidFill>
                  <a:srgbClr val="D63332"/>
                </a:solidFill>
                <a:latin typeface="Microsoft YaHei"/>
                <a:ea typeface="Microsoft YaHei"/>
              </a:rPr>
              <a:t>菌</a:t>
            </a:r>
            <a:r>
              <a:rPr sz="1555" b="0" spc="62">
                <a:solidFill>
                  <a:srgbClr val="D92627"/>
                </a:solidFill>
                <a:latin typeface="Microsoft YaHei"/>
                <a:ea typeface="Microsoft YaHei"/>
              </a:rPr>
              <a:t>根</a:t>
            </a:r>
          </a:p>
        </p:txBody>
      </p:sp>
      <p:sp>
        <p:nvSpPr>
          <p:cNvPr id="27" name="source_text_13_007"/>
          <p:cNvSpPr txBox="1"/>
          <p:nvPr/>
        </p:nvSpPr>
        <p:spPr>
          <a:xfrm>
            <a:off x="6730392" y="1868354"/>
            <a:ext cx="1815674" cy="232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3" b="0" spc="0">
                <a:solidFill>
                  <a:srgbClr val="D50E10"/>
                </a:solidFill>
                <a:latin typeface="Microsoft YaHei"/>
                <a:ea typeface="Microsoft YaHei"/>
              </a:rPr>
              <a:t>C</a:t>
            </a:r>
            <a:r>
              <a:rPr sz="1523" b="0" spc="0">
                <a:solidFill>
                  <a:srgbClr val="D40F11"/>
                </a:solidFill>
                <a:latin typeface="Microsoft YaHei"/>
                <a:ea typeface="Microsoft YaHei"/>
              </a:rPr>
              <a:t>W</a:t>
            </a:r>
            <a:r>
              <a:rPr sz="1523" b="0" spc="0">
                <a:solidFill>
                  <a:srgbClr val="D40C0E"/>
                </a:solidFill>
                <a:latin typeface="Microsoft YaHei"/>
                <a:ea typeface="Microsoft YaHei"/>
              </a:rPr>
              <a:t>M</a:t>
            </a:r>
            <a:r>
              <a:rPr sz="1523" b="0" spc="0">
                <a:solidFill>
                  <a:srgbClr val="D61011"/>
                </a:solidFill>
                <a:latin typeface="Microsoft YaHei"/>
                <a:ea typeface="Microsoft YaHei"/>
              </a:rPr>
              <a:t>+</a:t>
            </a:r>
            <a:r>
              <a:rPr sz="1523" b="0" spc="0">
                <a:solidFill>
                  <a:srgbClr val="D8191B"/>
                </a:solidFill>
                <a:latin typeface="Microsoft YaHei"/>
                <a:ea typeface="Microsoft YaHei"/>
              </a:rPr>
              <a:t>性</a:t>
            </a:r>
            <a:r>
              <a:rPr sz="1523" b="0" spc="0">
                <a:solidFill>
                  <a:srgbClr val="D61010"/>
                </a:solidFill>
                <a:latin typeface="Microsoft YaHei"/>
                <a:ea typeface="Microsoft YaHei"/>
              </a:rPr>
              <a:t>状</a:t>
            </a:r>
            <a:r>
              <a:rPr sz="1523" b="0" spc="0">
                <a:solidFill>
                  <a:srgbClr val="D81E1C"/>
                </a:solidFill>
                <a:latin typeface="Microsoft YaHei"/>
                <a:ea typeface="Microsoft YaHei"/>
              </a:rPr>
              <a:t>离</a:t>
            </a:r>
            <a:r>
              <a:rPr sz="1523" b="0" spc="0">
                <a:solidFill>
                  <a:srgbClr val="D91418"/>
                </a:solidFill>
                <a:latin typeface="Microsoft YaHei"/>
                <a:ea typeface="Microsoft YaHei"/>
              </a:rPr>
              <a:t>散</a:t>
            </a:r>
            <a:r>
              <a:rPr sz="1523" b="0" spc="0">
                <a:solidFill>
                  <a:srgbClr val="D61A1D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28" name="source_text_13_008"/>
          <p:cNvSpPr txBox="1"/>
          <p:nvPr/>
        </p:nvSpPr>
        <p:spPr>
          <a:xfrm>
            <a:off x="9333588" y="1868354"/>
            <a:ext cx="2588612" cy="232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3" b="0" spc="-163">
                <a:solidFill>
                  <a:srgbClr val="D61213"/>
                </a:solidFill>
                <a:latin typeface="Microsoft YaHei"/>
                <a:ea typeface="Microsoft YaHei"/>
              </a:rPr>
              <a:t>样</a:t>
            </a:r>
            <a:r>
              <a:rPr sz="1523" b="0" spc="-163">
                <a:solidFill>
                  <a:srgbClr val="D82526"/>
                </a:solidFill>
                <a:latin typeface="Microsoft YaHei"/>
                <a:ea typeface="Microsoft YaHei"/>
              </a:rPr>
              <a:t>地</a:t>
            </a:r>
            <a:r>
              <a:rPr sz="1523" b="0" spc="-163">
                <a:solidFill>
                  <a:srgbClr val="D93532"/>
                </a:solidFill>
                <a:latin typeface="Microsoft YaHei"/>
                <a:ea typeface="Microsoft YaHei"/>
              </a:rPr>
              <a:t>观</a:t>
            </a:r>
            <a:r>
              <a:rPr sz="1523" b="0" spc="-163">
                <a:solidFill>
                  <a:srgbClr val="D72927"/>
                </a:solidFill>
                <a:latin typeface="Microsoft YaHei"/>
                <a:ea typeface="Microsoft YaHei"/>
              </a:rPr>
              <a:t>测</a:t>
            </a:r>
            <a:r>
              <a:rPr sz="1523" b="0" spc="-163">
                <a:solidFill>
                  <a:srgbClr val="DD2F29"/>
                </a:solidFill>
                <a:latin typeface="Microsoft YaHei"/>
                <a:ea typeface="Microsoft YaHei"/>
              </a:rPr>
              <a:t>+</a:t>
            </a:r>
            <a:r>
              <a:rPr sz="1523" b="0" spc="-163">
                <a:solidFill>
                  <a:srgbClr val="DB1A20"/>
                </a:solidFill>
                <a:latin typeface="Microsoft YaHei"/>
                <a:ea typeface="Microsoft YaHei"/>
              </a:rPr>
              <a:t>长</a:t>
            </a:r>
            <a:r>
              <a:rPr sz="1523" b="0" spc="-163">
                <a:solidFill>
                  <a:srgbClr val="D81E1E"/>
                </a:solidFill>
                <a:latin typeface="Microsoft YaHei"/>
                <a:ea typeface="Microsoft YaHei"/>
              </a:rPr>
              <a:t>期</a:t>
            </a:r>
            <a:r>
              <a:rPr sz="1523" b="0" spc="-163">
                <a:solidFill>
                  <a:srgbClr val="DC1619"/>
                </a:solidFill>
                <a:latin typeface="Microsoft YaHei"/>
                <a:ea typeface="Microsoft YaHei"/>
              </a:rPr>
              <a:t>实</a:t>
            </a:r>
            <a:r>
              <a:rPr sz="1523" b="0" spc="-163">
                <a:solidFill>
                  <a:srgbClr val="D81519"/>
                </a:solidFill>
                <a:latin typeface="Microsoft YaHei"/>
                <a:ea typeface="Microsoft YaHei"/>
              </a:rPr>
              <a:t>验</a:t>
            </a:r>
            <a:r>
              <a:rPr sz="1523" b="0" spc="-163">
                <a:solidFill>
                  <a:srgbClr val="DD1815"/>
                </a:solidFill>
                <a:latin typeface="Microsoft YaHei"/>
                <a:ea typeface="Microsoft YaHei"/>
              </a:rPr>
              <a:t>+</a:t>
            </a:r>
            <a:r>
              <a:rPr sz="1523" b="0" spc="-163">
                <a:solidFill>
                  <a:srgbClr val="D62B2B"/>
                </a:solidFill>
                <a:latin typeface="Microsoft YaHei"/>
                <a:ea typeface="Microsoft YaHei"/>
              </a:rPr>
              <a:t>遥</a:t>
            </a:r>
            <a:r>
              <a:rPr sz="1523" b="0" spc="-163">
                <a:solidFill>
                  <a:srgbClr val="DA2329"/>
                </a:solidFill>
                <a:latin typeface="Microsoft YaHei"/>
                <a:ea typeface="Microsoft YaHei"/>
              </a:rPr>
              <a:t>感</a:t>
            </a:r>
            <a:r>
              <a:rPr sz="1523" b="0" spc="-163">
                <a:solidFill>
                  <a:srgbClr val="D33A39"/>
                </a:solidFill>
                <a:latin typeface="Microsoft YaHei"/>
                <a:ea typeface="Microsoft YaHei"/>
              </a:rPr>
              <a:t>/</a:t>
            </a:r>
            <a:r>
              <a:rPr sz="1523" b="0" spc="-163">
                <a:solidFill>
                  <a:srgbClr val="D81F20"/>
                </a:solidFill>
                <a:latin typeface="Microsoft YaHei"/>
                <a:ea typeface="Microsoft YaHei"/>
              </a:rPr>
              <a:t>模</a:t>
            </a:r>
            <a:r>
              <a:rPr sz="1523" b="0" spc="-163">
                <a:solidFill>
                  <a:srgbClr val="D9282A"/>
                </a:solidFill>
                <a:latin typeface="Microsoft YaHei"/>
                <a:ea typeface="Microsoft YaHei"/>
              </a:rPr>
              <a:t>型</a:t>
            </a:r>
          </a:p>
        </p:txBody>
      </p:sp>
      <p:sp>
        <p:nvSpPr>
          <p:cNvPr id="29" name="source_text_13_009"/>
          <p:cNvSpPr txBox="1"/>
          <p:nvPr/>
        </p:nvSpPr>
        <p:spPr>
          <a:xfrm>
            <a:off x="2019846" y="2838892"/>
            <a:ext cx="495846" cy="178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2" b="0" spc="0">
                <a:solidFill>
                  <a:srgbClr val="252B33"/>
                </a:solidFill>
                <a:latin typeface="Arial"/>
                <a:ea typeface="Microsoft YaHei"/>
              </a:rPr>
              <a:t>C</a:t>
            </a:r>
            <a:r>
              <a:rPr sz="1172" b="0" spc="0">
                <a:solidFill>
                  <a:srgbClr val="252B33"/>
                </a:solidFill>
                <a:latin typeface="Arial"/>
                <a:ea typeface="Microsoft YaHei"/>
              </a:rPr>
              <a:t>O</a:t>
            </a:r>
            <a:r>
              <a:rPr sz="1172" b="0" spc="0">
                <a:solidFill>
                  <a:srgbClr val="252B33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30" name="source_text_13_010"/>
          <p:cNvSpPr txBox="1"/>
          <p:nvPr/>
        </p:nvSpPr>
        <p:spPr>
          <a:xfrm>
            <a:off x="6730392" y="4660833"/>
            <a:ext cx="597933" cy="1855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7" b="0" spc="0">
                <a:solidFill>
                  <a:srgbClr val="353537"/>
                </a:solidFill>
                <a:latin typeface="Arial"/>
                <a:ea typeface="Microsoft YaHei"/>
              </a:rPr>
              <a:t>C</a:t>
            </a:r>
            <a:r>
              <a:rPr sz="1217" b="0" spc="0">
                <a:solidFill>
                  <a:srgbClr val="353537"/>
                </a:solidFill>
                <a:latin typeface="Arial"/>
                <a:ea typeface="Microsoft YaHei"/>
              </a:rPr>
              <a:t>W</a:t>
            </a:r>
            <a:r>
              <a:rPr sz="1217" b="0" spc="0">
                <a:solidFill>
                  <a:srgbClr val="353537"/>
                </a:solidFill>
                <a:latin typeface="Arial"/>
                <a:ea typeface="Microsoft YaHei"/>
              </a:rPr>
              <a:t>M</a:t>
            </a:r>
          </a:p>
        </p:txBody>
      </p:sp>
      <p:sp>
        <p:nvSpPr>
          <p:cNvPr id="31" name="source_text_13_011"/>
          <p:cNvSpPr txBox="1"/>
          <p:nvPr/>
        </p:nvSpPr>
        <p:spPr>
          <a:xfrm>
            <a:off x="7765837" y="4643281"/>
            <a:ext cx="911483" cy="205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7" b="0" spc="-172">
                <a:solidFill>
                  <a:srgbClr val="313031"/>
                </a:solidFill>
                <a:latin typeface="Microsoft YaHei"/>
                <a:ea typeface="Microsoft YaHei"/>
              </a:rPr>
              <a:t>性</a:t>
            </a:r>
            <a:r>
              <a:rPr sz="1347" b="0" spc="-172">
                <a:solidFill>
                  <a:srgbClr val="313031"/>
                </a:solidFill>
                <a:latin typeface="Microsoft YaHei"/>
                <a:ea typeface="Microsoft YaHei"/>
              </a:rPr>
              <a:t>状</a:t>
            </a:r>
            <a:r>
              <a:rPr sz="1347" b="0" spc="-172">
                <a:solidFill>
                  <a:srgbClr val="313031"/>
                </a:solidFill>
                <a:latin typeface="Microsoft YaHei"/>
                <a:ea typeface="Microsoft YaHei"/>
              </a:rPr>
              <a:t>离</a:t>
            </a:r>
            <a:r>
              <a:rPr sz="1347" b="0" spc="-172">
                <a:solidFill>
                  <a:srgbClr val="313031"/>
                </a:solidFill>
                <a:latin typeface="Microsoft YaHei"/>
                <a:ea typeface="Microsoft YaHei"/>
              </a:rPr>
              <a:t>散</a:t>
            </a:r>
            <a:r>
              <a:rPr sz="1347" b="0" spc="-172">
                <a:solidFill>
                  <a:srgbClr val="313031"/>
                </a:solidFill>
                <a:latin typeface="Microsoft YaHei"/>
                <a:ea typeface="Microsoft YaHei"/>
              </a:rPr>
              <a:t>度</a:t>
            </a:r>
          </a:p>
        </p:txBody>
      </p:sp>
      <p:sp>
        <p:nvSpPr>
          <p:cNvPr id="32" name="source_text_13_012"/>
          <p:cNvSpPr txBox="1"/>
          <p:nvPr/>
        </p:nvSpPr>
        <p:spPr>
          <a:xfrm>
            <a:off x="933358" y="5311861"/>
            <a:ext cx="1545875" cy="41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22" b="1" spc="-29">
                <a:solidFill>
                  <a:srgbClr val="FFFFFF"/>
                </a:solidFill>
                <a:latin typeface="Microsoft YaHei"/>
                <a:ea typeface="Microsoft YaHei"/>
              </a:rPr>
              <a:t>最</a:t>
            </a:r>
            <a:r>
              <a:rPr sz="2722" b="1" spc="-29">
                <a:solidFill>
                  <a:srgbClr val="FFFFFF"/>
                </a:solidFill>
                <a:latin typeface="Microsoft YaHei"/>
                <a:ea typeface="Microsoft YaHei"/>
              </a:rPr>
              <a:t>小</a:t>
            </a:r>
            <a:r>
              <a:rPr sz="2722" b="1" spc="-29">
                <a:solidFill>
                  <a:srgbClr val="FFFFFF"/>
                </a:solidFill>
                <a:latin typeface="Microsoft YaHei"/>
                <a:ea typeface="Microsoft YaHei"/>
              </a:rPr>
              <a:t>闭</a:t>
            </a:r>
            <a:r>
              <a:rPr sz="2722" b="1" spc="-29">
                <a:solidFill>
                  <a:srgbClr val="FFFFFF"/>
                </a:solidFill>
                <a:latin typeface="Microsoft YaHei"/>
                <a:ea typeface="Microsoft YaHei"/>
              </a:rPr>
              <a:t>环</a:t>
            </a:r>
          </a:p>
        </p:txBody>
      </p:sp>
      <p:sp>
        <p:nvSpPr>
          <p:cNvPr id="33" name="source_text_13_013"/>
          <p:cNvSpPr txBox="1"/>
          <p:nvPr/>
        </p:nvSpPr>
        <p:spPr>
          <a:xfrm>
            <a:off x="5724114" y="5388688"/>
            <a:ext cx="3303215" cy="2916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13" b="1" spc="344">
                <a:solidFill>
                  <a:srgbClr val="D10D0E"/>
                </a:solidFill>
                <a:latin typeface="Microsoft YaHei"/>
                <a:ea typeface="Microsoft YaHei"/>
              </a:rPr>
              <a:t>测</a:t>
            </a:r>
            <a:r>
              <a:rPr sz="1913" b="1" spc="344">
                <a:solidFill>
                  <a:srgbClr val="D92322"/>
                </a:solidFill>
                <a:latin typeface="Microsoft YaHei"/>
                <a:ea typeface="Microsoft YaHei"/>
              </a:rPr>
              <a:t>量</a:t>
            </a:r>
            <a:r>
              <a:rPr sz="1913" b="1" spc="344">
                <a:solidFill>
                  <a:srgbClr val="C80D10"/>
                </a:solidFill>
                <a:latin typeface="Microsoft YaHei"/>
                <a:ea typeface="Microsoft YaHei"/>
              </a:rPr>
              <a:t>→</a:t>
            </a:r>
            <a:r>
              <a:rPr sz="1913" b="1" spc="344">
                <a:solidFill>
                  <a:srgbClr val="CF0909"/>
                </a:solidFill>
                <a:latin typeface="Microsoft YaHei"/>
                <a:ea typeface="Microsoft YaHei"/>
              </a:rPr>
              <a:t>上</a:t>
            </a:r>
            <a:r>
              <a:rPr sz="1913" b="1" spc="344">
                <a:solidFill>
                  <a:srgbClr val="D10D0C"/>
                </a:solidFill>
                <a:latin typeface="Microsoft YaHei"/>
                <a:ea typeface="Microsoft YaHei"/>
              </a:rPr>
              <a:t>尺</a:t>
            </a:r>
            <a:r>
              <a:rPr sz="1913" b="1" spc="344">
                <a:solidFill>
                  <a:srgbClr val="D30E0F"/>
                </a:solidFill>
                <a:latin typeface="Microsoft YaHei"/>
                <a:ea typeface="Microsoft YaHei"/>
              </a:rPr>
              <a:t>度</a:t>
            </a:r>
            <a:r>
              <a:rPr sz="1913" b="1" spc="344">
                <a:solidFill>
                  <a:srgbClr val="CB1718"/>
                </a:solidFill>
                <a:latin typeface="Microsoft YaHei"/>
                <a:ea typeface="Microsoft YaHei"/>
              </a:rPr>
              <a:t>→</a:t>
            </a:r>
            <a:r>
              <a:rPr sz="1913" b="1" spc="344">
                <a:solidFill>
                  <a:srgbClr val="CF0A0B"/>
                </a:solidFill>
                <a:latin typeface="Microsoft YaHei"/>
                <a:ea typeface="Microsoft YaHei"/>
              </a:rPr>
              <a:t>独</a:t>
            </a:r>
            <a:r>
              <a:rPr sz="1913" b="1" spc="344">
                <a:solidFill>
                  <a:srgbClr val="D10B0C"/>
                </a:solidFill>
                <a:latin typeface="Microsoft YaHei"/>
                <a:ea typeface="Microsoft YaHei"/>
              </a:rPr>
              <a:t>立</a:t>
            </a:r>
            <a:r>
              <a:rPr sz="1913" b="1" spc="344">
                <a:solidFill>
                  <a:srgbClr val="D30E10"/>
                </a:solidFill>
                <a:latin typeface="Microsoft YaHei"/>
                <a:ea typeface="Microsoft YaHei"/>
              </a:rPr>
              <a:t>验</a:t>
            </a:r>
            <a:r>
              <a:rPr sz="1913" b="1" spc="344">
                <a:solidFill>
                  <a:srgbClr val="D30D0F"/>
                </a:solidFill>
                <a:latin typeface="Microsoft YaHei"/>
                <a:ea typeface="Microsoft YaHei"/>
              </a:rPr>
              <a:t>证</a:t>
            </a:r>
          </a:p>
        </p:txBody>
      </p:sp>
      <p:sp>
        <p:nvSpPr>
          <p:cNvPr id="34" name="source_text_13_014"/>
          <p:cNvSpPr txBox="1"/>
          <p:nvPr/>
        </p:nvSpPr>
        <p:spPr>
          <a:xfrm>
            <a:off x="3551138" y="6045105"/>
            <a:ext cx="5272019" cy="339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让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性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状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选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择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、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生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态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功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能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与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验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证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尺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度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彼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此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对</a:t>
            </a:r>
            <a:r>
              <a:rPr sz="2226" b="1" spc="-118">
                <a:solidFill>
                  <a:srgbClr val="0D5D3C"/>
                </a:solidFill>
                <a:latin typeface="Microsoft YaHei"/>
                <a:ea typeface="Microsoft YaHei"/>
              </a:rPr>
              <a:t>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upper_wave" descr="14_upper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21913"/>
          </a:xfrm>
          <a:prstGeom prst="rect">
            <a:avLst/>
          </a:prstGeom>
        </p:spPr>
      </p:pic>
      <p:pic>
        <p:nvPicPr>
          <p:cNvPr id="3" name="hero_plants" descr="14_hero_pl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1913"/>
            <a:ext cx="12192000" cy="3463636"/>
          </a:xfrm>
          <a:prstGeom prst="rect">
            <a:avLst/>
          </a:prstGeom>
        </p:spPr>
      </p:pic>
      <p:pic>
        <p:nvPicPr>
          <p:cNvPr id="4" name="root_texture" descr="14_root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85550"/>
            <a:ext cx="12192000" cy="1976095"/>
          </a:xfrm>
          <a:prstGeom prst="rect">
            <a:avLst/>
          </a:prstGeom>
        </p:spPr>
      </p:pic>
      <p:sp>
        <p:nvSpPr>
          <p:cNvPr id="5" name="source_text_14_000"/>
          <p:cNvSpPr txBox="1"/>
          <p:nvPr/>
        </p:nvSpPr>
        <p:spPr>
          <a:xfrm>
            <a:off x="2158392" y="1972781"/>
            <a:ext cx="8086679" cy="10429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感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谢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垂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听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敬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请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讨</a:t>
            </a:r>
            <a:r>
              <a:rPr sz="6843" b="0" spc="70">
                <a:solidFill>
                  <a:srgbClr val="FFFFFF"/>
                </a:solidFill>
                <a:latin typeface="Microsoft YaHei"/>
                <a:ea typeface="Microsoft YaHei"/>
              </a:rPr>
              <a:t>论</a:t>
            </a:r>
          </a:p>
        </p:txBody>
      </p:sp>
      <p:sp>
        <p:nvSpPr>
          <p:cNvPr id="6" name="source_text_14_001"/>
          <p:cNvSpPr txBox="1"/>
          <p:nvPr/>
        </p:nvSpPr>
        <p:spPr>
          <a:xfrm>
            <a:off x="3441760" y="3192333"/>
            <a:ext cx="5461607" cy="4961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性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状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回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到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生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态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系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统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功</a:t>
            </a:r>
            <a:r>
              <a:rPr sz="3255" b="0" spc="527">
                <a:solidFill>
                  <a:srgbClr val="FFFFFF"/>
                </a:solidFill>
                <a:latin typeface="Microsoft YaHei"/>
                <a:ea typeface="Microsoft YaHei"/>
              </a:rPr>
              <a:t>能</a:t>
            </a:r>
          </a:p>
        </p:txBody>
      </p:sp>
      <p:sp>
        <p:nvSpPr>
          <p:cNvPr id="7" name="source_text_14_002"/>
          <p:cNvSpPr txBox="1"/>
          <p:nvPr/>
        </p:nvSpPr>
        <p:spPr>
          <a:xfrm>
            <a:off x="4987636" y="4168692"/>
            <a:ext cx="2406315" cy="3067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汇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报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川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柏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同</a:t>
            </a:r>
            <a:r>
              <a:rPr sz="2012" b="0" spc="172">
                <a:solidFill>
                  <a:srgbClr val="FFFFFF"/>
                </a:solidFill>
                <a:latin typeface="Microsoft YaHei"/>
                <a:ea typeface="Microsoft YaHei"/>
              </a:rPr>
              <a:t>学</a:t>
            </a:r>
          </a:p>
        </p:txBody>
      </p:sp>
      <p:sp>
        <p:nvSpPr>
          <p:cNvPr id="8" name="source_text_14_003"/>
          <p:cNvSpPr txBox="1"/>
          <p:nvPr/>
        </p:nvSpPr>
        <p:spPr>
          <a:xfrm>
            <a:off x="4841799" y="5141658"/>
            <a:ext cx="2668822" cy="2857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植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物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功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能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生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态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文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献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调</a:t>
            </a:r>
            <a:r>
              <a:rPr sz="1874" b="0" spc="80">
                <a:solidFill>
                  <a:srgbClr val="313230"/>
                </a:solidFill>
                <a:latin typeface="Microsoft YaHei"/>
                <a:ea typeface="Microsoft YaHei"/>
              </a:rPr>
              <a:t>研</a:t>
            </a:r>
          </a:p>
        </p:txBody>
      </p:sp>
      <p:sp>
        <p:nvSpPr>
          <p:cNvPr id="9" name="source_text_14_004"/>
          <p:cNvSpPr txBox="1"/>
          <p:nvPr/>
        </p:nvSpPr>
        <p:spPr>
          <a:xfrm>
            <a:off x="4440746" y="5529886"/>
            <a:ext cx="3456344" cy="273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用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机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制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连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接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响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应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、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作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用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与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反</a:t>
            </a:r>
            <a:r>
              <a:rPr sz="1797" b="0" spc="216">
                <a:solidFill>
                  <a:srgbClr val="313130"/>
                </a:solidFill>
                <a:latin typeface="Microsoft YaHei"/>
                <a:ea typeface="Microsoft YaHei"/>
              </a:rPr>
              <a:t>馈</a:t>
            </a:r>
          </a:p>
        </p:txBody>
      </p:sp>
      <p:sp>
        <p:nvSpPr>
          <p:cNvPr id="10" name="source_text_14_005"/>
          <p:cNvSpPr txBox="1"/>
          <p:nvPr/>
        </p:nvSpPr>
        <p:spPr>
          <a:xfrm>
            <a:off x="5665779" y="6011863"/>
            <a:ext cx="1071904" cy="2692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2</a:t>
            </a: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0</a:t>
            </a: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2</a:t>
            </a: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6</a:t>
            </a: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.</a:t>
            </a: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0</a:t>
            </a:r>
            <a:r>
              <a:rPr sz="1766" b="0" spc="12">
                <a:solidFill>
                  <a:srgbClr val="28292A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